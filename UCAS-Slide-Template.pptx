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86" r:id="rId2"/>
    <p:sldId id="287" r:id="rId3"/>
    <p:sldId id="288" r:id="rId4"/>
    <p:sldId id="289"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Lst>
  <p:sldSz cx="12192000" cy="6858000"/>
  <p:notesSz cx="6858000" cy="9144000"/>
  <p:embeddedFontLst>
    <p:embeddedFont>
      <p:font typeface="等线" panose="02010600030101010101" pitchFamily="2" charset="-122"/>
      <p:regular r:id="rId23"/>
      <p:bold r:id="rId24"/>
    </p:embeddedFont>
    <p:embeddedFont>
      <p:font typeface="等线 Light" panose="02010600030101010101" pitchFamily="2" charset="-122"/>
      <p:regular r:id="rId25"/>
    </p:embeddedFont>
    <p:embeddedFont>
      <p:font typeface="微软雅黑" panose="020B0503020204020204" pitchFamily="34" charset="-122"/>
      <p:regular r:id="rId26"/>
      <p:bold r:id="rId27"/>
    </p:embeddedFont>
  </p:embeddedFontLst>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4994"/>
    <a:srgbClr val="6D9FEC"/>
    <a:srgbClr val="9C1B09"/>
    <a:srgbClr val="BFE83C"/>
    <a:srgbClr val="0E65E8"/>
    <a:srgbClr val="E83C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54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D575445-028D-4A2D-98CE-E4FB7CAC4066}" type="datetimeFigureOut">
              <a:rPr lang="zh-CN" altLang="en-US" smtClean="0"/>
              <a:t>2023/11/1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5C1F787-F56E-4AEE-B1B4-77628CF23D5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575445-028D-4A2D-98CE-E4FB7CAC4066}" type="datetimeFigureOut">
              <a:rPr lang="zh-CN" altLang="en-US" smtClean="0"/>
              <a:t>2023/11/1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1F787-F56E-4AEE-B1B4-77628CF23D5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3.png"/><Relationship Id="rId7" Type="http://schemas.microsoft.com/office/2007/relationships/hdphoto" Target="../media/hdphoto2.wdp"/><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4.pn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rotWithShape="1">
          <a:blip r:embed="rId2">
            <a:extLst>
              <a:ext uri="{28A0092B-C50C-407E-A947-70E740481C1C}">
                <a14:useLocalDpi xmlns:a14="http://schemas.microsoft.com/office/drawing/2010/main" val="0"/>
              </a:ext>
            </a:extLst>
          </a:blip>
          <a:srcRect l="49938"/>
          <a:stretch>
            <a:fillRect/>
          </a:stretch>
        </p:blipFill>
        <p:spPr>
          <a:xfrm>
            <a:off x="-1" y="-2407"/>
            <a:ext cx="6103614" cy="6860407"/>
          </a:xfrm>
          <a:custGeom>
            <a:avLst/>
            <a:gdLst>
              <a:gd name="connsiteX0" fmla="*/ 0 w 12187790"/>
              <a:gd name="connsiteY0" fmla="*/ 0 h 6858000"/>
              <a:gd name="connsiteX1" fmla="*/ 7921399 w 12187790"/>
              <a:gd name="connsiteY1" fmla="*/ 0 h 6858000"/>
              <a:gd name="connsiteX2" fmla="*/ 12187790 w 12187790"/>
              <a:gd name="connsiteY2" fmla="*/ 6848238 h 6858000"/>
              <a:gd name="connsiteX3" fmla="*/ 12187790 w 12187790"/>
              <a:gd name="connsiteY3" fmla="*/ 6858000 h 6858000"/>
              <a:gd name="connsiteX4" fmla="*/ 0 w 121877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7790" h="6858000">
                <a:moveTo>
                  <a:pt x="0" y="0"/>
                </a:moveTo>
                <a:lnTo>
                  <a:pt x="7921399" y="0"/>
                </a:lnTo>
                <a:lnTo>
                  <a:pt x="12187790" y="6848238"/>
                </a:lnTo>
                <a:lnTo>
                  <a:pt x="12187790" y="6858000"/>
                </a:lnTo>
                <a:lnTo>
                  <a:pt x="0" y="6858000"/>
                </a:lnTo>
                <a:close/>
              </a:path>
            </a:pathLst>
          </a:custGeom>
        </p:spPr>
      </p:pic>
      <p:sp>
        <p:nvSpPr>
          <p:cNvPr id="31" name="直角三角形 30"/>
          <p:cNvSpPr/>
          <p:nvPr/>
        </p:nvSpPr>
        <p:spPr>
          <a:xfrm>
            <a:off x="0" y="3439426"/>
            <a:ext cx="2129742" cy="3418574"/>
          </a:xfrm>
          <a:prstGeom prst="rtTriangle">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直角三角形 29"/>
          <p:cNvSpPr/>
          <p:nvPr/>
        </p:nvSpPr>
        <p:spPr>
          <a:xfrm>
            <a:off x="0" y="3900668"/>
            <a:ext cx="1842392" cy="2957332"/>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直角三角形 34"/>
          <p:cNvSpPr/>
          <p:nvPr/>
        </p:nvSpPr>
        <p:spPr>
          <a:xfrm rot="5400000">
            <a:off x="69783" y="-69784"/>
            <a:ext cx="1384433" cy="1524000"/>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任意多边形: 形状 42"/>
          <p:cNvSpPr/>
          <p:nvPr/>
        </p:nvSpPr>
        <p:spPr>
          <a:xfrm flipH="1">
            <a:off x="3927971" y="-8678"/>
            <a:ext cx="1012807" cy="2939977"/>
          </a:xfrm>
          <a:custGeom>
            <a:avLst/>
            <a:gdLst>
              <a:gd name="connsiteX0" fmla="*/ 1012807 w 1012807"/>
              <a:gd name="connsiteY0" fmla="*/ 0 h 2939977"/>
              <a:gd name="connsiteX1" fmla="*/ 930817 w 1012807"/>
              <a:gd name="connsiteY1" fmla="*/ 0 h 2939977"/>
              <a:gd name="connsiteX2" fmla="*/ 0 w 1012807"/>
              <a:gd name="connsiteY2" fmla="*/ 2939977 h 2939977"/>
              <a:gd name="connsiteX3" fmla="*/ 81990 w 1012807"/>
              <a:gd name="connsiteY3" fmla="*/ 2939977 h 2939977"/>
            </a:gdLst>
            <a:ahLst/>
            <a:cxnLst>
              <a:cxn ang="0">
                <a:pos x="connsiteX0" y="connsiteY0"/>
              </a:cxn>
              <a:cxn ang="0">
                <a:pos x="connsiteX1" y="connsiteY1"/>
              </a:cxn>
              <a:cxn ang="0">
                <a:pos x="connsiteX2" y="connsiteY2"/>
              </a:cxn>
              <a:cxn ang="0">
                <a:pos x="connsiteX3" y="connsiteY3"/>
              </a:cxn>
            </a:cxnLst>
            <a:rect l="l" t="t" r="r" b="b"/>
            <a:pathLst>
              <a:path w="1012807" h="2939977">
                <a:moveTo>
                  <a:pt x="1012807" y="0"/>
                </a:moveTo>
                <a:lnTo>
                  <a:pt x="930817" y="0"/>
                </a:lnTo>
                <a:lnTo>
                  <a:pt x="0" y="2939977"/>
                </a:lnTo>
                <a:lnTo>
                  <a:pt x="81990" y="29399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直角三角形 7"/>
          <p:cNvSpPr/>
          <p:nvPr/>
        </p:nvSpPr>
        <p:spPr>
          <a:xfrm flipH="1" flipV="1">
            <a:off x="10062258" y="-2407"/>
            <a:ext cx="2129742" cy="3418574"/>
          </a:xfrm>
          <a:prstGeom prst="rtTriangle">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8"/>
          <p:cNvSpPr/>
          <p:nvPr/>
        </p:nvSpPr>
        <p:spPr>
          <a:xfrm flipH="1" flipV="1">
            <a:off x="10349608" y="-8678"/>
            <a:ext cx="1842392" cy="2957332"/>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71377" y="2519092"/>
            <a:ext cx="7966365" cy="829945"/>
          </a:xfrm>
          <a:prstGeom prst="rect">
            <a:avLst/>
          </a:prstGeom>
          <a:noFill/>
        </p:spPr>
        <p:txBody>
          <a:bodyPr wrap="square" rtlCol="0">
            <a:spAutoFit/>
          </a:bodyPr>
          <a:lstStyle/>
          <a:p>
            <a:pPr algn="r"/>
            <a:r>
              <a:rPr lang="zh-CN" altLang="en-US" sz="4800" b="1" dirty="0">
                <a:solidFill>
                  <a:schemeClr val="accent1">
                    <a:lumMod val="75000"/>
                  </a:schemeClr>
                </a:solidFill>
                <a:latin typeface="Times New Roman" panose="02020603050405020304" charset="0"/>
                <a:ea typeface="思源黑体" panose="020B0400000000000000" charset="-122"/>
              </a:rPr>
              <a:t>毕业答辩课程汇报模板</a:t>
            </a:r>
          </a:p>
        </p:txBody>
      </p:sp>
      <p:cxnSp>
        <p:nvCxnSpPr>
          <p:cNvPr id="6" name="直接连接符 5"/>
          <p:cNvCxnSpPr/>
          <p:nvPr/>
        </p:nvCxnSpPr>
        <p:spPr>
          <a:xfrm>
            <a:off x="5227983" y="3416167"/>
            <a:ext cx="6042821" cy="0"/>
          </a:xfrm>
          <a:prstGeom prst="line">
            <a:avLst/>
          </a:prstGeom>
          <a:ln w="28575">
            <a:solidFill>
              <a:srgbClr val="174994"/>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470374" y="3509218"/>
            <a:ext cx="4967368" cy="645160"/>
          </a:xfrm>
          <a:prstGeom prst="rect">
            <a:avLst/>
          </a:prstGeom>
          <a:noFill/>
        </p:spPr>
        <p:txBody>
          <a:bodyPr wrap="square" rtlCol="0">
            <a:spAutoFit/>
          </a:bodyPr>
          <a:lstStyle/>
          <a:p>
            <a:pPr algn="r"/>
            <a:r>
              <a:rPr lang="en-US" altLang="zh-CN" b="1" dirty="0">
                <a:solidFill>
                  <a:srgbClr val="174994"/>
                </a:solidFill>
                <a:latin typeface="Times New Roman" panose="02020603050405020304" charset="0"/>
                <a:ea typeface="思源黑体" panose="020B0400000000000000" charset="-122"/>
              </a:rPr>
              <a:t>PPT Template  of University of Chinese Academy of Sciences</a:t>
            </a:r>
          </a:p>
        </p:txBody>
      </p:sp>
      <p:sp>
        <p:nvSpPr>
          <p:cNvPr id="12" name="矩形 11"/>
          <p:cNvSpPr/>
          <p:nvPr/>
        </p:nvSpPr>
        <p:spPr>
          <a:xfrm>
            <a:off x="9089444" y="4518317"/>
            <a:ext cx="2191584" cy="46713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1" name="文本框 20"/>
          <p:cNvSpPr txBox="1"/>
          <p:nvPr/>
        </p:nvSpPr>
        <p:spPr>
          <a:xfrm>
            <a:off x="9361587" y="4567221"/>
            <a:ext cx="1824355" cy="368300"/>
          </a:xfrm>
          <a:prstGeom prst="rect">
            <a:avLst/>
          </a:prstGeom>
          <a:noFill/>
        </p:spPr>
        <p:txBody>
          <a:bodyPr wrap="none" rtlCol="0">
            <a:spAutoFit/>
          </a:bodyPr>
          <a:lstStyle/>
          <a:p>
            <a:r>
              <a:rPr lang="zh-CN" altLang="en-US" b="1" dirty="0">
                <a:solidFill>
                  <a:schemeClr val="bg1"/>
                </a:solidFill>
                <a:latin typeface="Times New Roman" panose="02020603050405020304" charset="0"/>
                <a:ea typeface="思源黑体" panose="020B0400000000000000" charset="-122"/>
              </a:rPr>
              <a:t>指导教师：</a:t>
            </a:r>
            <a:r>
              <a:rPr lang="en-US" altLang="zh-CN" b="1" dirty="0">
                <a:solidFill>
                  <a:schemeClr val="bg1"/>
                </a:solidFill>
                <a:latin typeface="Times New Roman" panose="02020603050405020304" charset="0"/>
                <a:ea typeface="思源黑体" panose="020B0400000000000000" charset="-122"/>
              </a:rPr>
              <a:t>XXX</a:t>
            </a:r>
            <a:endParaRPr lang="zh-CN" altLang="en-US" b="1" dirty="0">
              <a:solidFill>
                <a:schemeClr val="bg1"/>
              </a:solidFill>
              <a:latin typeface="Times New Roman" panose="02020603050405020304" charset="0"/>
              <a:ea typeface="思源黑体" panose="020B0400000000000000" charset="-122"/>
            </a:endParaRPr>
          </a:p>
        </p:txBody>
      </p:sp>
      <p:sp>
        <p:nvSpPr>
          <p:cNvPr id="29" name="矩形 28"/>
          <p:cNvSpPr/>
          <p:nvPr/>
        </p:nvSpPr>
        <p:spPr>
          <a:xfrm>
            <a:off x="9089444" y="5234176"/>
            <a:ext cx="2191584" cy="46713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2" name="文本框 31"/>
          <p:cNvSpPr txBox="1"/>
          <p:nvPr/>
        </p:nvSpPr>
        <p:spPr>
          <a:xfrm>
            <a:off x="9361587" y="5283080"/>
            <a:ext cx="1845377" cy="369332"/>
          </a:xfrm>
          <a:prstGeom prst="rect">
            <a:avLst/>
          </a:prstGeom>
          <a:noFill/>
        </p:spPr>
        <p:txBody>
          <a:bodyPr wrap="none" rtlCol="0">
            <a:spAutoFit/>
          </a:bodyPr>
          <a:lstStyle/>
          <a:p>
            <a:r>
              <a:rPr lang="zh-CN" altLang="en-US" b="1" dirty="0">
                <a:solidFill>
                  <a:schemeClr val="bg1"/>
                </a:solidFill>
                <a:latin typeface="Times New Roman" panose="02020603050405020304" charset="0"/>
                <a:ea typeface="思源黑体" panose="020B0400000000000000" charset="-122"/>
              </a:rPr>
              <a:t>汇报人：国晓薇</a:t>
            </a:r>
          </a:p>
        </p:txBody>
      </p:sp>
      <p:sp>
        <p:nvSpPr>
          <p:cNvPr id="34" name="文本框 33"/>
          <p:cNvSpPr txBox="1"/>
          <p:nvPr/>
        </p:nvSpPr>
        <p:spPr>
          <a:xfrm>
            <a:off x="9650073" y="6147784"/>
            <a:ext cx="1877695" cy="337185"/>
          </a:xfrm>
          <a:prstGeom prst="rect">
            <a:avLst/>
          </a:prstGeom>
          <a:noFill/>
        </p:spPr>
        <p:txBody>
          <a:bodyPr wrap="none" rtlCol="0">
            <a:spAutoFit/>
          </a:bodyPr>
          <a:lstStyle/>
          <a:p>
            <a:r>
              <a:rPr lang="en-US" altLang="zh-CN" sz="1600" b="1" dirty="0" err="1">
                <a:solidFill>
                  <a:srgbClr val="174994"/>
                </a:solidFill>
                <a:latin typeface="Times New Roman" panose="02020603050405020304" charset="0"/>
                <a:ea typeface="思源黑体" panose="020B0400000000000000" charset="-122"/>
              </a:rPr>
              <a:t>20XX</a:t>
            </a:r>
            <a:r>
              <a:rPr lang="zh-CN" altLang="en-US" sz="1600" b="1" dirty="0">
                <a:solidFill>
                  <a:srgbClr val="174994"/>
                </a:solidFill>
                <a:latin typeface="Times New Roman" panose="02020603050405020304" charset="0"/>
                <a:ea typeface="思源黑体" panose="020B0400000000000000" charset="-122"/>
              </a:rPr>
              <a:t>年</a:t>
            </a:r>
            <a:r>
              <a:rPr lang="en-US" altLang="zh-CN" sz="1600" b="1" dirty="0">
                <a:solidFill>
                  <a:srgbClr val="174994"/>
                </a:solidFill>
                <a:latin typeface="Times New Roman" panose="02020603050405020304" charset="0"/>
                <a:ea typeface="思源黑体" panose="020B0400000000000000" charset="-122"/>
              </a:rPr>
              <a:t>XX</a:t>
            </a:r>
            <a:r>
              <a:rPr lang="zh-CN" altLang="en-US" sz="1600" b="1" dirty="0">
                <a:solidFill>
                  <a:srgbClr val="174994"/>
                </a:solidFill>
                <a:latin typeface="Times New Roman" panose="02020603050405020304" charset="0"/>
                <a:ea typeface="思源黑体" panose="020B0400000000000000" charset="-122"/>
              </a:rPr>
              <a:t>月</a:t>
            </a:r>
            <a:r>
              <a:rPr lang="en-US" altLang="zh-CN" sz="1600" b="1" dirty="0">
                <a:solidFill>
                  <a:srgbClr val="174994"/>
                </a:solidFill>
                <a:latin typeface="Times New Roman" panose="02020603050405020304" charset="0"/>
                <a:ea typeface="思源黑体" panose="020B0400000000000000" charset="-122"/>
              </a:rPr>
              <a:t>XX</a:t>
            </a:r>
            <a:r>
              <a:rPr lang="zh-CN" altLang="en-US" sz="1600" b="1" dirty="0">
                <a:solidFill>
                  <a:srgbClr val="174994"/>
                </a:solidFill>
                <a:latin typeface="Times New Roman" panose="02020603050405020304" charset="0"/>
                <a:ea typeface="思源黑体" panose="020B0400000000000000" charset="-122"/>
              </a:rPr>
              <a:t>日</a:t>
            </a:r>
          </a:p>
        </p:txBody>
      </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5036" y="153223"/>
            <a:ext cx="2554357" cy="538993"/>
          </a:xfrm>
          <a:prstGeom prst="rect">
            <a:avLst/>
          </a:prstGeom>
        </p:spPr>
      </p:pic>
      <p:sp>
        <p:nvSpPr>
          <p:cNvPr id="20" name="任意多边形: 形状 19"/>
          <p:cNvSpPr/>
          <p:nvPr/>
        </p:nvSpPr>
        <p:spPr>
          <a:xfrm flipH="1">
            <a:off x="5319846" y="4401599"/>
            <a:ext cx="1112045" cy="2456401"/>
          </a:xfrm>
          <a:custGeom>
            <a:avLst/>
            <a:gdLst>
              <a:gd name="connsiteX0" fmla="*/ 1265148 w 1265148"/>
              <a:gd name="connsiteY0" fmla="*/ 0 h 2939977"/>
              <a:gd name="connsiteX1" fmla="*/ 928956 w 1265148"/>
              <a:gd name="connsiteY1" fmla="*/ 0 h 2939977"/>
              <a:gd name="connsiteX2" fmla="*/ 926982 w 1265148"/>
              <a:gd name="connsiteY2" fmla="*/ 6271 h 2939977"/>
              <a:gd name="connsiteX3" fmla="*/ 928831 w 1265148"/>
              <a:gd name="connsiteY3" fmla="*/ 6271 h 2939977"/>
              <a:gd name="connsiteX4" fmla="*/ 0 w 1265148"/>
              <a:gd name="connsiteY4" fmla="*/ 2939977 h 2939977"/>
              <a:gd name="connsiteX5" fmla="*/ 334331 w 1265148"/>
              <a:gd name="connsiteY5" fmla="*/ 2939977 h 293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1" h="3868">
                <a:moveTo>
                  <a:pt x="1222" y="0"/>
                </a:moveTo>
                <a:lnTo>
                  <a:pt x="1751" y="0"/>
                </a:lnTo>
                <a:lnTo>
                  <a:pt x="527" y="3868"/>
                </a:lnTo>
                <a:lnTo>
                  <a:pt x="0" y="3868"/>
                </a:lnTo>
                <a:lnTo>
                  <a:pt x="1222" y="10"/>
                </a:lnTo>
                <a:lnTo>
                  <a:pt x="1219" y="10"/>
                </a:lnTo>
                <a:lnTo>
                  <a:pt x="1222"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93913" y="0"/>
            <a:ext cx="4564464" cy="6858000"/>
          </a:xfrm>
          <a:prstGeom prst="rect">
            <a:avLst/>
          </a:prstGeom>
          <a:solidFill>
            <a:srgbClr val="17499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2500933" y="2891179"/>
            <a:ext cx="1530350" cy="829945"/>
          </a:xfrm>
          <a:prstGeom prst="rect">
            <a:avLst/>
          </a:prstGeom>
          <a:noFill/>
        </p:spPr>
        <p:txBody>
          <a:bodyPr wrap="none" rtlCol="0">
            <a:spAutoFit/>
          </a:bodyPr>
          <a:lstStyle/>
          <a:p>
            <a:r>
              <a:rPr lang="zh-CN" altLang="en-US" sz="4800" b="1" spc="500" dirty="0">
                <a:solidFill>
                  <a:schemeClr val="bg1"/>
                </a:solidFill>
                <a:latin typeface="Times New Roman" panose="02020603050405020304" charset="0"/>
                <a:ea typeface="思源黑体" panose="020B0400000000000000" charset="-122"/>
              </a:rPr>
              <a:t>目录</a:t>
            </a:r>
          </a:p>
        </p:txBody>
      </p:sp>
      <p:sp>
        <p:nvSpPr>
          <p:cNvPr id="8" name="文本框 7"/>
          <p:cNvSpPr txBox="1"/>
          <p:nvPr/>
        </p:nvSpPr>
        <p:spPr>
          <a:xfrm>
            <a:off x="2081459" y="3871998"/>
            <a:ext cx="2305050" cy="583565"/>
          </a:xfrm>
          <a:prstGeom prst="rect">
            <a:avLst/>
          </a:prstGeom>
          <a:noFill/>
          <a:ln>
            <a:noFill/>
          </a:ln>
        </p:spPr>
        <p:txBody>
          <a:bodyPr wrap="none" rtlCol="0">
            <a:spAutoFit/>
          </a:bodyPr>
          <a:lstStyle/>
          <a:p>
            <a:r>
              <a:rPr lang="en-US" altLang="zh-CN" sz="3200" dirty="0">
                <a:solidFill>
                  <a:schemeClr val="bg1"/>
                </a:solidFill>
                <a:latin typeface="Times New Roman" panose="02020603050405020304" charset="0"/>
                <a:ea typeface="思源黑体" panose="020B0400000000000000" charset="-122"/>
              </a:rPr>
              <a:t>CONTENTS</a:t>
            </a:r>
          </a:p>
        </p:txBody>
      </p:sp>
      <p:cxnSp>
        <p:nvCxnSpPr>
          <p:cNvPr id="10" name="直接连接符 9"/>
          <p:cNvCxnSpPr/>
          <p:nvPr/>
        </p:nvCxnSpPr>
        <p:spPr>
          <a:xfrm>
            <a:off x="7548218" y="1442542"/>
            <a:ext cx="0" cy="50279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1" name="组合 60"/>
          <p:cNvGrpSpPr/>
          <p:nvPr/>
        </p:nvGrpSpPr>
        <p:grpSpPr>
          <a:xfrm>
            <a:off x="6633624" y="1088029"/>
            <a:ext cx="3202068" cy="614858"/>
            <a:chOff x="6633624" y="1088029"/>
            <a:chExt cx="3202068" cy="614858"/>
          </a:xfrm>
        </p:grpSpPr>
        <p:sp>
          <p:nvSpPr>
            <p:cNvPr id="54" name="椭圆 53"/>
            <p:cNvSpPr/>
            <p:nvPr/>
          </p:nvSpPr>
          <p:spPr>
            <a:xfrm>
              <a:off x="6633624" y="1088029"/>
              <a:ext cx="614858" cy="614858"/>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 name="文本框 10"/>
            <p:cNvSpPr txBox="1"/>
            <p:nvPr/>
          </p:nvSpPr>
          <p:spPr>
            <a:xfrm>
              <a:off x="6754143" y="1164626"/>
              <a:ext cx="373820" cy="46166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7519212" y="1164624"/>
              <a:ext cx="2316480" cy="460375"/>
            </a:xfrm>
            <a:prstGeom prst="rect">
              <a:avLst/>
            </a:prstGeom>
            <a:noFill/>
          </p:spPr>
          <p:txBody>
            <a:bodyPr wrap="none" rtlCol="0">
              <a:spAutoFit/>
            </a:bodyPr>
            <a:lstStyle/>
            <a:p>
              <a:r>
                <a:rPr lang="zh-CN" altLang="en-US" sz="2400" dirty="0">
                  <a:latin typeface="Times New Roman" panose="02020603050405020304" charset="0"/>
                  <a:ea typeface="思源黑体" panose="020B0400000000000000" charset="-122"/>
                </a:rPr>
                <a:t>研究背景及意义</a:t>
              </a:r>
            </a:p>
          </p:txBody>
        </p:sp>
      </p:grpSp>
      <p:pic>
        <p:nvPicPr>
          <p:cNvPr id="53" name="图片 5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9035" y="154918"/>
            <a:ext cx="2874220" cy="606486"/>
          </a:xfrm>
          <a:prstGeom prst="rect">
            <a:avLst/>
          </a:prstGeom>
        </p:spPr>
      </p:pic>
      <p:grpSp>
        <p:nvGrpSpPr>
          <p:cNvPr id="70" name="组合 69"/>
          <p:cNvGrpSpPr/>
          <p:nvPr/>
        </p:nvGrpSpPr>
        <p:grpSpPr>
          <a:xfrm>
            <a:off x="6633624" y="2216195"/>
            <a:ext cx="3811668" cy="614858"/>
            <a:chOff x="6633624" y="1088029"/>
            <a:chExt cx="3811668" cy="614858"/>
          </a:xfrm>
        </p:grpSpPr>
        <p:sp>
          <p:nvSpPr>
            <p:cNvPr id="71" name="椭圆 70"/>
            <p:cNvSpPr/>
            <p:nvPr/>
          </p:nvSpPr>
          <p:spPr>
            <a:xfrm>
              <a:off x="6633624" y="1088029"/>
              <a:ext cx="614858" cy="614858"/>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2" name="文本框 71"/>
            <p:cNvSpPr txBox="1"/>
            <p:nvPr/>
          </p:nvSpPr>
          <p:spPr>
            <a:xfrm>
              <a:off x="6738053" y="1164623"/>
              <a:ext cx="373820" cy="46166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3" name="文本框 72"/>
            <p:cNvSpPr txBox="1"/>
            <p:nvPr/>
          </p:nvSpPr>
          <p:spPr>
            <a:xfrm>
              <a:off x="7519212" y="1164624"/>
              <a:ext cx="2926080" cy="460375"/>
            </a:xfrm>
            <a:prstGeom prst="rect">
              <a:avLst/>
            </a:prstGeom>
            <a:noFill/>
          </p:spPr>
          <p:txBody>
            <a:bodyPr wrap="none" rtlCol="0">
              <a:spAutoFit/>
            </a:bodyPr>
            <a:lstStyle/>
            <a:p>
              <a:r>
                <a:rPr lang="zh-CN" altLang="en-US" sz="2400" dirty="0">
                  <a:latin typeface="Times New Roman" panose="02020603050405020304" charset="0"/>
                  <a:ea typeface="思源黑体" panose="020B0400000000000000" charset="-122"/>
                </a:rPr>
                <a:t>研究现状及技术难点</a:t>
              </a:r>
            </a:p>
          </p:txBody>
        </p:sp>
      </p:grpSp>
      <p:grpSp>
        <p:nvGrpSpPr>
          <p:cNvPr id="74" name="组合 73"/>
          <p:cNvGrpSpPr/>
          <p:nvPr/>
        </p:nvGrpSpPr>
        <p:grpSpPr>
          <a:xfrm>
            <a:off x="6633624" y="3344361"/>
            <a:ext cx="3840243" cy="614858"/>
            <a:chOff x="6633624" y="1088029"/>
            <a:chExt cx="3840243" cy="614858"/>
          </a:xfrm>
        </p:grpSpPr>
        <p:sp>
          <p:nvSpPr>
            <p:cNvPr id="75" name="椭圆 74"/>
            <p:cNvSpPr/>
            <p:nvPr/>
          </p:nvSpPr>
          <p:spPr>
            <a:xfrm>
              <a:off x="6633624" y="1088029"/>
              <a:ext cx="614858" cy="614858"/>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6" name="文本框 75"/>
            <p:cNvSpPr txBox="1"/>
            <p:nvPr/>
          </p:nvSpPr>
          <p:spPr>
            <a:xfrm>
              <a:off x="6755320" y="1153684"/>
              <a:ext cx="373820" cy="46166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7519212" y="1164624"/>
              <a:ext cx="2954655" cy="460375"/>
            </a:xfrm>
            <a:prstGeom prst="rect">
              <a:avLst/>
            </a:prstGeom>
            <a:noFill/>
          </p:spPr>
          <p:txBody>
            <a:bodyPr wrap="square" rtlCol="0">
              <a:spAutoFit/>
            </a:bodyPr>
            <a:lstStyle/>
            <a:p>
              <a:r>
                <a:rPr lang="zh-CN" altLang="en-US" sz="2400" dirty="0">
                  <a:latin typeface="Times New Roman" panose="02020603050405020304" charset="0"/>
                  <a:ea typeface="思源黑体" panose="020B0400000000000000" charset="-122"/>
                </a:rPr>
                <a:t>研究思路及研究方法</a:t>
              </a:r>
            </a:p>
          </p:txBody>
        </p:sp>
      </p:grpSp>
      <p:grpSp>
        <p:nvGrpSpPr>
          <p:cNvPr id="78" name="组合 77"/>
          <p:cNvGrpSpPr/>
          <p:nvPr/>
        </p:nvGrpSpPr>
        <p:grpSpPr>
          <a:xfrm>
            <a:off x="6633624" y="4472527"/>
            <a:ext cx="3840243" cy="614858"/>
            <a:chOff x="6633624" y="1088029"/>
            <a:chExt cx="3840243" cy="614858"/>
          </a:xfrm>
        </p:grpSpPr>
        <p:sp>
          <p:nvSpPr>
            <p:cNvPr id="79" name="椭圆 78"/>
            <p:cNvSpPr/>
            <p:nvPr/>
          </p:nvSpPr>
          <p:spPr>
            <a:xfrm>
              <a:off x="6633624" y="1088029"/>
              <a:ext cx="614858" cy="614858"/>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0" name="文本框 79"/>
            <p:cNvSpPr txBox="1"/>
            <p:nvPr/>
          </p:nvSpPr>
          <p:spPr>
            <a:xfrm>
              <a:off x="6738053" y="1164624"/>
              <a:ext cx="373820" cy="46166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7519212" y="1164624"/>
              <a:ext cx="2954655" cy="460375"/>
            </a:xfrm>
            <a:prstGeom prst="rect">
              <a:avLst/>
            </a:prstGeom>
            <a:noFill/>
          </p:spPr>
          <p:txBody>
            <a:bodyPr wrap="square" rtlCol="0">
              <a:spAutoFit/>
            </a:bodyPr>
            <a:lstStyle/>
            <a:p>
              <a:r>
                <a:rPr lang="zh-CN" altLang="en-US" sz="2400" dirty="0">
                  <a:latin typeface="Times New Roman" panose="02020603050405020304" charset="0"/>
                  <a:ea typeface="思源黑体" panose="020B0400000000000000" charset="-122"/>
                </a:rPr>
                <a:t>结果分析与讨论</a:t>
              </a:r>
            </a:p>
          </p:txBody>
        </p:sp>
      </p:grpSp>
      <p:grpSp>
        <p:nvGrpSpPr>
          <p:cNvPr id="82" name="组合 81"/>
          <p:cNvGrpSpPr/>
          <p:nvPr/>
        </p:nvGrpSpPr>
        <p:grpSpPr>
          <a:xfrm>
            <a:off x="6633624" y="5600693"/>
            <a:ext cx="3840243" cy="614858"/>
            <a:chOff x="6633624" y="1088029"/>
            <a:chExt cx="3840243" cy="614858"/>
          </a:xfrm>
        </p:grpSpPr>
        <p:sp>
          <p:nvSpPr>
            <p:cNvPr id="83" name="椭圆 82"/>
            <p:cNvSpPr/>
            <p:nvPr/>
          </p:nvSpPr>
          <p:spPr>
            <a:xfrm>
              <a:off x="6633624" y="1088029"/>
              <a:ext cx="614858" cy="614858"/>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4" name="文本框 83"/>
            <p:cNvSpPr txBox="1"/>
            <p:nvPr/>
          </p:nvSpPr>
          <p:spPr>
            <a:xfrm>
              <a:off x="6754143" y="1180710"/>
              <a:ext cx="373820" cy="461665"/>
            </a:xfrm>
            <a:prstGeom prst="rect">
              <a:avLst/>
            </a:prstGeom>
            <a:noFill/>
          </p:spPr>
          <p:txBody>
            <a:bodyPr wrap="none" rtlCol="0">
              <a:spAutoFit/>
            </a:bodyPr>
            <a:lstStyle/>
            <a:p>
              <a:r>
                <a:rPr lang="en-US" altLang="zh-CN" sz="2400" b="1" dirty="0">
                  <a:solidFill>
                    <a:schemeClr val="bg1"/>
                  </a:solidFill>
                  <a:latin typeface="微软雅黑" panose="020B0503020204020204" pitchFamily="34" charset="-122"/>
                  <a:ea typeface="微软雅黑" panose="020B0503020204020204" pitchFamily="34" charset="-122"/>
                </a:rPr>
                <a:t>5</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7519212" y="1164624"/>
              <a:ext cx="2954655" cy="460375"/>
            </a:xfrm>
            <a:prstGeom prst="rect">
              <a:avLst/>
            </a:prstGeom>
            <a:noFill/>
          </p:spPr>
          <p:txBody>
            <a:bodyPr wrap="square" rtlCol="0">
              <a:spAutoFit/>
            </a:bodyPr>
            <a:lstStyle/>
            <a:p>
              <a:r>
                <a:rPr lang="zh-CN" altLang="en-US" sz="2400" dirty="0">
                  <a:latin typeface="Times New Roman" panose="02020603050405020304" charset="0"/>
                  <a:ea typeface="思源黑体" panose="020B0400000000000000" charset="-122"/>
                </a:rPr>
                <a:t>总结与展望</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角三角形 4"/>
          <p:cNvSpPr/>
          <p:nvPr/>
        </p:nvSpPr>
        <p:spPr>
          <a:xfrm>
            <a:off x="0" y="5039139"/>
            <a:ext cx="1818861" cy="1818861"/>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直角三角形 5"/>
          <p:cNvSpPr/>
          <p:nvPr/>
        </p:nvSpPr>
        <p:spPr>
          <a:xfrm flipH="1" flipV="1">
            <a:off x="9786082" y="-1"/>
            <a:ext cx="2405917" cy="2405917"/>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5216592" y="1694838"/>
            <a:ext cx="1446530" cy="3153410"/>
          </a:xfrm>
          <a:prstGeom prst="rect">
            <a:avLst/>
          </a:prstGeom>
          <a:noFill/>
        </p:spPr>
        <p:txBody>
          <a:bodyPr wrap="none" rtlCol="0">
            <a:spAutoFit/>
          </a:bodyPr>
          <a:lstStyle/>
          <a:p>
            <a:r>
              <a:rPr lang="en-US" altLang="zh-CN" sz="19900" b="1" dirty="0">
                <a:solidFill>
                  <a:srgbClr val="174994">
                    <a:alpha val="38000"/>
                  </a:srgbClr>
                </a:solidFill>
                <a:latin typeface="Times New Roman" panose="02020603050405020304" charset="0"/>
                <a:ea typeface="思源黑体" panose="020B0400000000000000" charset="-122"/>
              </a:rPr>
              <a:t>1</a:t>
            </a:r>
          </a:p>
        </p:txBody>
      </p:sp>
      <p:sp>
        <p:nvSpPr>
          <p:cNvPr id="9" name="文本框 8"/>
          <p:cNvSpPr txBox="1"/>
          <p:nvPr/>
        </p:nvSpPr>
        <p:spPr>
          <a:xfrm>
            <a:off x="4382229" y="2782669"/>
            <a:ext cx="3387725" cy="645160"/>
          </a:xfrm>
          <a:prstGeom prst="rect">
            <a:avLst/>
          </a:prstGeom>
          <a:noFill/>
        </p:spPr>
        <p:txBody>
          <a:bodyPr wrap="none" rtlCol="0">
            <a:spAutoFit/>
          </a:bodyPr>
          <a:lstStyle/>
          <a:p>
            <a:r>
              <a:rPr lang="zh-CN" altLang="en-US" sz="3600" b="1" dirty="0">
                <a:latin typeface="Times New Roman" panose="02020603050405020304" charset="0"/>
                <a:ea typeface="思源黑体" panose="020B0400000000000000" charset="-122"/>
              </a:rPr>
              <a:t>研究背景及意义</a:t>
            </a:r>
          </a:p>
        </p:txBody>
      </p:sp>
      <p:sp>
        <p:nvSpPr>
          <p:cNvPr id="10" name="文本框 9"/>
          <p:cNvSpPr txBox="1"/>
          <p:nvPr/>
        </p:nvSpPr>
        <p:spPr>
          <a:xfrm>
            <a:off x="4802505" y="3606757"/>
            <a:ext cx="2586990" cy="337185"/>
          </a:xfrm>
          <a:prstGeom prst="rect">
            <a:avLst/>
          </a:prstGeom>
          <a:noFill/>
        </p:spPr>
        <p:txBody>
          <a:bodyPr wrap="none" rtlCol="0">
            <a:spAutoFit/>
          </a:bodyPr>
          <a:lstStyle/>
          <a:p>
            <a:pPr algn="ctr"/>
            <a:r>
              <a:rPr lang="en-US" altLang="zh-CN" sz="1600" dirty="0">
                <a:latin typeface="Times New Roman" panose="02020603050405020304" charset="0"/>
                <a:ea typeface="思源黑体" panose="020B0400000000000000" charset="-122"/>
              </a:rPr>
              <a:t>Background and Significance</a:t>
            </a:r>
          </a:p>
        </p:txBody>
      </p:sp>
      <p:sp>
        <p:nvSpPr>
          <p:cNvPr id="11" name="矩形 10"/>
          <p:cNvSpPr/>
          <p:nvPr/>
        </p:nvSpPr>
        <p:spPr>
          <a:xfrm flipV="1">
            <a:off x="3476690" y="3512166"/>
            <a:ext cx="5238619" cy="4571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13" y="78833"/>
            <a:ext cx="2554357" cy="5389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3" name="矩形 32"/>
          <p:cNvSpPr/>
          <p:nvPr/>
        </p:nvSpPr>
        <p:spPr>
          <a:xfrm>
            <a:off x="1115038" y="0"/>
            <a:ext cx="2011817"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914400" y="417216"/>
            <a:ext cx="2316627"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研究背景及意义</a:t>
            </a:r>
          </a:p>
        </p:txBody>
      </p:sp>
      <p:sp>
        <p:nvSpPr>
          <p:cNvPr id="12" name="文本框 11"/>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16" name="文本框 15"/>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20" name="文本框 19"/>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24" name="文本框 23"/>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28" name="直接连接符 27"/>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p:cNvSpPr/>
          <p:nvPr/>
        </p:nvSpPr>
        <p:spPr>
          <a:xfrm>
            <a:off x="1740617"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1.1  </a:t>
            </a:r>
            <a:r>
              <a:rPr lang="zh-CN" altLang="en-US" sz="3600" b="1" dirty="0">
                <a:solidFill>
                  <a:srgbClr val="174994"/>
                </a:solidFill>
                <a:latin typeface="Times New Roman" panose="02020603050405020304" charset="0"/>
                <a:ea typeface="思源黑体" panose="020B0400000000000000" charset="-122"/>
              </a:rPr>
              <a:t>研究背景</a:t>
            </a:r>
          </a:p>
        </p:txBody>
      </p:sp>
      <p:sp>
        <p:nvSpPr>
          <p:cNvPr id="38" name="矩形 37"/>
          <p:cNvSpPr/>
          <p:nvPr/>
        </p:nvSpPr>
        <p:spPr>
          <a:xfrm>
            <a:off x="330648" y="2948799"/>
            <a:ext cx="5098056" cy="3182126"/>
          </a:xfrm>
          <a:prstGeom prst="rect">
            <a:avLst/>
          </a:prstGeom>
          <a:solidFill>
            <a:srgbClr val="174994">
              <a:alpha val="70000"/>
            </a:srgbClr>
          </a:solidFill>
          <a:ln>
            <a:noFill/>
          </a:ln>
        </p:spPr>
        <p:txBody>
          <a:bodyPr anchor="ctr"/>
          <a:lstStyle>
            <a:lvl1pPr lvl="0">
              <a:defRPr>
                <a:solidFill>
                  <a:schemeClr val="tx1"/>
                </a:solidFill>
                <a:latin typeface="Arial" panose="020B0604020202020204"/>
                <a:ea typeface="微软雅黑" panose="020B0503020204020204" pitchFamily="34" charset="-122"/>
              </a:defRPr>
            </a:lvl1pPr>
            <a:lvl2pPr marL="742950" lvl="1" indent="-285750">
              <a:defRPr>
                <a:solidFill>
                  <a:schemeClr val="tx1"/>
                </a:solidFill>
                <a:latin typeface="Arial" panose="020B0604020202020204"/>
                <a:ea typeface="微软雅黑" panose="020B0503020204020204" pitchFamily="34" charset="-122"/>
              </a:defRPr>
            </a:lvl2pPr>
            <a:lvl3pPr marL="1143000" lvl="2" indent="-228600">
              <a:defRPr>
                <a:solidFill>
                  <a:schemeClr val="tx1"/>
                </a:solidFill>
                <a:latin typeface="Arial" panose="020B0604020202020204"/>
                <a:ea typeface="微软雅黑" panose="020B0503020204020204" pitchFamily="34" charset="-122"/>
              </a:defRPr>
            </a:lvl3pPr>
            <a:lvl4pPr marL="1600200" lvl="3" indent="-228600">
              <a:defRPr>
                <a:solidFill>
                  <a:schemeClr val="tx1"/>
                </a:solidFill>
                <a:latin typeface="Arial" panose="020B0604020202020204"/>
                <a:ea typeface="微软雅黑" panose="020B0503020204020204" pitchFamily="34" charset="-122"/>
              </a:defRPr>
            </a:lvl4pPr>
            <a:lvl5pPr marL="2057400" lvl="4" indent="-228600">
              <a:defRPr>
                <a:solidFill>
                  <a:schemeClr val="tx1"/>
                </a:solidFill>
                <a:latin typeface="Arial" panose="020B0604020202020204"/>
                <a:ea typeface="微软雅黑" panose="020B0503020204020204" pitchFamily="34" charset="-122"/>
              </a:defRPr>
            </a:lvl5pPr>
            <a:lvl6pPr marL="2514600" lvl="5" indent="-228600">
              <a:spcBef>
                <a:spcPct val="0"/>
              </a:spcBef>
              <a:spcAft>
                <a:spcPct val="0"/>
              </a:spcAft>
              <a:defRPr>
                <a:solidFill>
                  <a:schemeClr val="tx1"/>
                </a:solidFill>
                <a:latin typeface="Arial" panose="020B0604020202020204"/>
                <a:ea typeface="微软雅黑" panose="020B0503020204020204" pitchFamily="34" charset="-122"/>
              </a:defRPr>
            </a:lvl6pPr>
            <a:lvl7pPr marL="2971800" lvl="6" indent="-228600">
              <a:spcBef>
                <a:spcPct val="0"/>
              </a:spcBef>
              <a:spcAft>
                <a:spcPct val="0"/>
              </a:spcAft>
              <a:defRPr>
                <a:solidFill>
                  <a:schemeClr val="tx1"/>
                </a:solidFill>
                <a:latin typeface="Arial" panose="020B0604020202020204"/>
                <a:ea typeface="微软雅黑" panose="020B0503020204020204" pitchFamily="34" charset="-122"/>
              </a:defRPr>
            </a:lvl7pPr>
            <a:lvl8pPr marL="3429000" lvl="7" indent="-228600">
              <a:spcBef>
                <a:spcPct val="0"/>
              </a:spcBef>
              <a:spcAft>
                <a:spcPct val="0"/>
              </a:spcAft>
              <a:defRPr>
                <a:solidFill>
                  <a:schemeClr val="tx1"/>
                </a:solidFill>
                <a:latin typeface="Arial" panose="020B0604020202020204"/>
                <a:ea typeface="微软雅黑" panose="020B0503020204020204" pitchFamily="34" charset="-122"/>
              </a:defRPr>
            </a:lvl8pPr>
            <a:lvl9pPr marL="3886200" lvl="8" indent="-228600">
              <a:spcBef>
                <a:spcPct val="0"/>
              </a:spcBef>
              <a:spcAft>
                <a:spcPct val="0"/>
              </a:spcAft>
              <a:defRPr>
                <a:solidFill>
                  <a:schemeClr val="tx1"/>
                </a:solidFill>
                <a:latin typeface="Arial" panose="020B0604020202020204"/>
                <a:ea typeface="微软雅黑" panose="020B0503020204020204" pitchFamily="34" charset="-122"/>
              </a:defRPr>
            </a:lvl9pPr>
          </a:lstStyle>
          <a:p>
            <a:pPr algn="ctr"/>
            <a:endParaRPr lang="zh-CN">
              <a:solidFill>
                <a:srgbClr val="FFFFFF"/>
              </a:solidFill>
            </a:endParaRPr>
          </a:p>
        </p:txBody>
      </p:sp>
      <p:sp>
        <p:nvSpPr>
          <p:cNvPr id="39" name="文本框 12"/>
          <p:cNvSpPr txBox="1">
            <a:spLocks noChangeArrowheads="1"/>
          </p:cNvSpPr>
          <p:nvPr/>
        </p:nvSpPr>
        <p:spPr>
          <a:xfrm>
            <a:off x="5884863" y="2851085"/>
            <a:ext cx="4840288" cy="1337945"/>
          </a:xfrm>
          <a:prstGeom prst="rect">
            <a:avLst/>
          </a:prstGeom>
          <a:noFill/>
          <a:ln>
            <a:noFill/>
          </a:ln>
        </p:spPr>
        <p:txBody>
          <a:bodyPr wrap="square">
            <a:spAutoFit/>
          </a:bodyPr>
          <a:lstStyle>
            <a:lvl1pPr lvl="0">
              <a:defRPr>
                <a:solidFill>
                  <a:schemeClr val="tx1"/>
                </a:solidFill>
                <a:latin typeface="Arial" panose="020B0604020202020204"/>
                <a:ea typeface="微软雅黑" panose="020B0503020204020204" pitchFamily="34" charset="-122"/>
              </a:defRPr>
            </a:lvl1pPr>
            <a:lvl2pPr marL="742950" lvl="1" indent="-285750">
              <a:defRPr>
                <a:solidFill>
                  <a:schemeClr val="tx1"/>
                </a:solidFill>
                <a:latin typeface="Arial" panose="020B0604020202020204"/>
                <a:ea typeface="微软雅黑" panose="020B0503020204020204" pitchFamily="34" charset="-122"/>
              </a:defRPr>
            </a:lvl2pPr>
            <a:lvl3pPr marL="1143000" lvl="2" indent="-228600">
              <a:defRPr>
                <a:solidFill>
                  <a:schemeClr val="tx1"/>
                </a:solidFill>
                <a:latin typeface="Arial" panose="020B0604020202020204"/>
                <a:ea typeface="微软雅黑" panose="020B0503020204020204" pitchFamily="34" charset="-122"/>
              </a:defRPr>
            </a:lvl3pPr>
            <a:lvl4pPr marL="1600200" lvl="3" indent="-228600">
              <a:defRPr>
                <a:solidFill>
                  <a:schemeClr val="tx1"/>
                </a:solidFill>
                <a:latin typeface="Arial" panose="020B0604020202020204"/>
                <a:ea typeface="微软雅黑" panose="020B0503020204020204" pitchFamily="34" charset="-122"/>
              </a:defRPr>
            </a:lvl4pPr>
            <a:lvl5pPr marL="2057400" lvl="4" indent="-228600">
              <a:defRPr>
                <a:solidFill>
                  <a:schemeClr val="tx1"/>
                </a:solidFill>
                <a:latin typeface="Arial" panose="020B0604020202020204"/>
                <a:ea typeface="微软雅黑" panose="020B0503020204020204" pitchFamily="34" charset="-122"/>
              </a:defRPr>
            </a:lvl5pPr>
            <a:lvl6pPr marL="2514600" lvl="5" indent="-228600">
              <a:spcBef>
                <a:spcPct val="0"/>
              </a:spcBef>
              <a:spcAft>
                <a:spcPct val="0"/>
              </a:spcAft>
              <a:defRPr>
                <a:solidFill>
                  <a:schemeClr val="tx1"/>
                </a:solidFill>
                <a:latin typeface="Arial" panose="020B0604020202020204"/>
                <a:ea typeface="微软雅黑" panose="020B0503020204020204" pitchFamily="34" charset="-122"/>
              </a:defRPr>
            </a:lvl6pPr>
            <a:lvl7pPr marL="2971800" lvl="6" indent="-228600">
              <a:spcBef>
                <a:spcPct val="0"/>
              </a:spcBef>
              <a:spcAft>
                <a:spcPct val="0"/>
              </a:spcAft>
              <a:defRPr>
                <a:solidFill>
                  <a:schemeClr val="tx1"/>
                </a:solidFill>
                <a:latin typeface="Arial" panose="020B0604020202020204"/>
                <a:ea typeface="微软雅黑" panose="020B0503020204020204" pitchFamily="34" charset="-122"/>
              </a:defRPr>
            </a:lvl7pPr>
            <a:lvl8pPr marL="3429000" lvl="7" indent="-228600">
              <a:spcBef>
                <a:spcPct val="0"/>
              </a:spcBef>
              <a:spcAft>
                <a:spcPct val="0"/>
              </a:spcAft>
              <a:defRPr>
                <a:solidFill>
                  <a:schemeClr val="tx1"/>
                </a:solidFill>
                <a:latin typeface="Arial" panose="020B0604020202020204"/>
                <a:ea typeface="微软雅黑" panose="020B0503020204020204" pitchFamily="34" charset="-122"/>
              </a:defRPr>
            </a:lvl8pPr>
            <a:lvl9pPr marL="3886200" lvl="8" indent="-228600">
              <a:spcBef>
                <a:spcPct val="0"/>
              </a:spcBef>
              <a:spcAft>
                <a:spcPct val="0"/>
              </a:spcAft>
              <a:defRPr>
                <a:solidFill>
                  <a:schemeClr val="tx1"/>
                </a:solidFill>
                <a:latin typeface="Arial" panose="020B0604020202020204"/>
                <a:ea typeface="微软雅黑" panose="020B0503020204020204" pitchFamily="34" charset="-122"/>
              </a:defRPr>
            </a:lvl9pPr>
          </a:lstStyle>
          <a:p>
            <a:pPr marL="285750" indent="-285750" algn="just">
              <a:lnSpc>
                <a:spcPct val="150000"/>
              </a:lnSpc>
              <a:buFont typeface="Arial" panose="020B0604020202020204" pitchFamily="34" charset="0"/>
              <a:buChar char="•"/>
            </a:pPr>
            <a:r>
              <a:rPr lang="zh-CN"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a:t>
            </a:r>
          </a:p>
        </p:txBody>
      </p:sp>
      <p:sp>
        <p:nvSpPr>
          <p:cNvPr id="43" name="文本框 12"/>
          <p:cNvSpPr txBox="1">
            <a:spLocks noChangeArrowheads="1"/>
          </p:cNvSpPr>
          <p:nvPr/>
        </p:nvSpPr>
        <p:spPr>
          <a:xfrm>
            <a:off x="5883275" y="4256881"/>
            <a:ext cx="4938712" cy="1337945"/>
          </a:xfrm>
          <a:prstGeom prst="rect">
            <a:avLst/>
          </a:prstGeom>
          <a:noFill/>
          <a:ln>
            <a:noFill/>
          </a:ln>
        </p:spPr>
        <p:txBody>
          <a:bodyPr wrap="square">
            <a:spAutoFit/>
          </a:bodyPr>
          <a:lstStyle>
            <a:lvl1pPr lvl="0">
              <a:defRPr>
                <a:solidFill>
                  <a:schemeClr val="tx1"/>
                </a:solidFill>
                <a:latin typeface="Arial" panose="020B0604020202020204"/>
                <a:ea typeface="微软雅黑" panose="020B0503020204020204" pitchFamily="34" charset="-122"/>
              </a:defRPr>
            </a:lvl1pPr>
            <a:lvl2pPr marL="742950" lvl="1" indent="-285750">
              <a:defRPr>
                <a:solidFill>
                  <a:schemeClr val="tx1"/>
                </a:solidFill>
                <a:latin typeface="Arial" panose="020B0604020202020204"/>
                <a:ea typeface="微软雅黑" panose="020B0503020204020204" pitchFamily="34" charset="-122"/>
              </a:defRPr>
            </a:lvl2pPr>
            <a:lvl3pPr marL="1143000" lvl="2" indent="-228600">
              <a:defRPr>
                <a:solidFill>
                  <a:schemeClr val="tx1"/>
                </a:solidFill>
                <a:latin typeface="Arial" panose="020B0604020202020204"/>
                <a:ea typeface="微软雅黑" panose="020B0503020204020204" pitchFamily="34" charset="-122"/>
              </a:defRPr>
            </a:lvl3pPr>
            <a:lvl4pPr marL="1600200" lvl="3" indent="-228600">
              <a:defRPr>
                <a:solidFill>
                  <a:schemeClr val="tx1"/>
                </a:solidFill>
                <a:latin typeface="Arial" panose="020B0604020202020204"/>
                <a:ea typeface="微软雅黑" panose="020B0503020204020204" pitchFamily="34" charset="-122"/>
              </a:defRPr>
            </a:lvl4pPr>
            <a:lvl5pPr marL="2057400" lvl="4" indent="-228600">
              <a:defRPr>
                <a:solidFill>
                  <a:schemeClr val="tx1"/>
                </a:solidFill>
                <a:latin typeface="Arial" panose="020B0604020202020204"/>
                <a:ea typeface="微软雅黑" panose="020B0503020204020204" pitchFamily="34" charset="-122"/>
              </a:defRPr>
            </a:lvl5pPr>
            <a:lvl6pPr marL="2514600" lvl="5" indent="-228600">
              <a:spcBef>
                <a:spcPct val="0"/>
              </a:spcBef>
              <a:spcAft>
                <a:spcPct val="0"/>
              </a:spcAft>
              <a:defRPr>
                <a:solidFill>
                  <a:schemeClr val="tx1"/>
                </a:solidFill>
                <a:latin typeface="Arial" panose="020B0604020202020204"/>
                <a:ea typeface="微软雅黑" panose="020B0503020204020204" pitchFamily="34" charset="-122"/>
              </a:defRPr>
            </a:lvl6pPr>
            <a:lvl7pPr marL="2971800" lvl="6" indent="-228600">
              <a:spcBef>
                <a:spcPct val="0"/>
              </a:spcBef>
              <a:spcAft>
                <a:spcPct val="0"/>
              </a:spcAft>
              <a:defRPr>
                <a:solidFill>
                  <a:schemeClr val="tx1"/>
                </a:solidFill>
                <a:latin typeface="Arial" panose="020B0604020202020204"/>
                <a:ea typeface="微软雅黑" panose="020B0503020204020204" pitchFamily="34" charset="-122"/>
              </a:defRPr>
            </a:lvl7pPr>
            <a:lvl8pPr marL="3429000" lvl="7" indent="-228600">
              <a:spcBef>
                <a:spcPct val="0"/>
              </a:spcBef>
              <a:spcAft>
                <a:spcPct val="0"/>
              </a:spcAft>
              <a:defRPr>
                <a:solidFill>
                  <a:schemeClr val="tx1"/>
                </a:solidFill>
                <a:latin typeface="Arial" panose="020B0604020202020204"/>
                <a:ea typeface="微软雅黑" panose="020B0503020204020204" pitchFamily="34" charset="-122"/>
              </a:defRPr>
            </a:lvl8pPr>
            <a:lvl9pPr marL="3886200" lvl="8" indent="-228600">
              <a:spcBef>
                <a:spcPct val="0"/>
              </a:spcBef>
              <a:spcAft>
                <a:spcPct val="0"/>
              </a:spcAft>
              <a:defRPr>
                <a:solidFill>
                  <a:schemeClr val="tx1"/>
                </a:solidFill>
                <a:latin typeface="Arial" panose="020B0604020202020204"/>
                <a:ea typeface="微软雅黑" panose="020B0503020204020204" pitchFamily="34" charset="-122"/>
              </a:defRPr>
            </a:lvl9pPr>
          </a:lstStyle>
          <a:p>
            <a:pPr marL="285750" indent="-285750" algn="just">
              <a:lnSpc>
                <a:spcPct val="150000"/>
              </a:lnSpc>
              <a:buFont typeface="Arial" panose="020B0604020202020204" pitchFamily="34" charset="0"/>
              <a:buChar char="•"/>
            </a:pPr>
            <a:r>
              <a:rPr lang="zh-CN"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01</a:t>
            </a:r>
            <a:endParaRPr lang="zh-CN" b="1" dirty="0">
              <a:solidFill>
                <a:schemeClr val="lt1"/>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740" y="2665668"/>
            <a:ext cx="5091409" cy="31821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3" name="矩形 32"/>
          <p:cNvSpPr/>
          <p:nvPr/>
        </p:nvSpPr>
        <p:spPr>
          <a:xfrm>
            <a:off x="1115038" y="0"/>
            <a:ext cx="2011817"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914400" y="417216"/>
            <a:ext cx="2316627"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研究背景及意义</a:t>
            </a:r>
          </a:p>
        </p:txBody>
      </p:sp>
      <p:sp>
        <p:nvSpPr>
          <p:cNvPr id="12" name="文本框 11"/>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16" name="文本框 15"/>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20" name="文本框 19"/>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24" name="文本框 23"/>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28" name="直接连接符 27"/>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p:cNvSpPr/>
          <p:nvPr/>
        </p:nvSpPr>
        <p:spPr>
          <a:xfrm>
            <a:off x="1740617"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1.2  </a:t>
            </a:r>
            <a:r>
              <a:rPr lang="zh-CN" altLang="en-US" sz="3600" b="1" dirty="0">
                <a:solidFill>
                  <a:srgbClr val="174994"/>
                </a:solidFill>
                <a:latin typeface="Times New Roman" panose="02020603050405020304" charset="0"/>
                <a:ea typeface="思源黑体" panose="020B0400000000000000" charset="-122"/>
              </a:rPr>
              <a:t>研究意义</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02</a:t>
            </a:r>
            <a:endParaRPr lang="zh-CN" b="1" dirty="0">
              <a:solidFill>
                <a:schemeClr val="lt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b="12949"/>
          <a:stretch>
            <a:fillRect/>
          </a:stretch>
        </p:blipFill>
        <p:spPr>
          <a:xfrm>
            <a:off x="4607251" y="2301587"/>
            <a:ext cx="3171821" cy="2019052"/>
          </a:xfrm>
          <a:prstGeom prst="round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6069" y="2301587"/>
            <a:ext cx="3177480" cy="1874217"/>
          </a:xfrm>
          <a:prstGeom prst="roundRect">
            <a:avLst/>
          </a:prstGeom>
        </p:spPr>
      </p:pic>
      <p:pic>
        <p:nvPicPr>
          <p:cNvPr id="3" name="图片 2"/>
          <p:cNvPicPr>
            <a:picLocks noChangeAspect="1"/>
          </p:cNvPicPr>
          <p:nvPr/>
        </p:nvPicPr>
        <p:blipFill rotWithShape="1">
          <a:blip r:embed="rId5" cstate="print">
            <a:extLst>
              <a:ext uri="{28A0092B-C50C-407E-A947-70E740481C1C}">
                <a14:useLocalDpi xmlns:a14="http://schemas.microsoft.com/office/drawing/2010/main" val="0"/>
              </a:ext>
            </a:extLst>
          </a:blip>
          <a:srcRect t="16960"/>
          <a:stretch>
            <a:fillRect/>
          </a:stretch>
        </p:blipFill>
        <p:spPr>
          <a:xfrm>
            <a:off x="8392774" y="2301587"/>
            <a:ext cx="3171820" cy="1972966"/>
          </a:xfrm>
          <a:prstGeom prst="roundRect">
            <a:avLst>
              <a:gd name="adj" fmla="val 13561"/>
            </a:avLst>
          </a:prstGeom>
        </p:spPr>
      </p:pic>
      <p:sp>
        <p:nvSpPr>
          <p:cNvPr id="11" name="矩形: 圆角 10"/>
          <p:cNvSpPr/>
          <p:nvPr/>
        </p:nvSpPr>
        <p:spPr>
          <a:xfrm>
            <a:off x="1726134" y="4019910"/>
            <a:ext cx="1357350" cy="509286"/>
          </a:xfrm>
          <a:prstGeom prst="round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latin typeface="Times New Roman" panose="02020603050405020304" charset="0"/>
                <a:ea typeface="思源黑体" panose="020B0400000000000000" charset="-122"/>
              </a:rPr>
              <a:t>输入内容</a:t>
            </a:r>
          </a:p>
        </p:txBody>
      </p:sp>
      <p:sp>
        <p:nvSpPr>
          <p:cNvPr id="13" name="文本框 12"/>
          <p:cNvSpPr txBox="1"/>
          <p:nvPr/>
        </p:nvSpPr>
        <p:spPr>
          <a:xfrm>
            <a:off x="914400" y="5139159"/>
            <a:ext cx="184731" cy="369332"/>
          </a:xfrm>
          <a:prstGeom prst="rect">
            <a:avLst/>
          </a:prstGeom>
          <a:noFill/>
        </p:spPr>
        <p:txBody>
          <a:bodyPr wrap="none" rtlCol="0">
            <a:spAutoFit/>
          </a:bodyPr>
          <a:lstStyle/>
          <a:p>
            <a:endParaRPr lang="zh-CN" altLang="en-US" dirty="0"/>
          </a:p>
        </p:txBody>
      </p:sp>
      <p:sp>
        <p:nvSpPr>
          <p:cNvPr id="14" name="矩形 13"/>
          <p:cNvSpPr/>
          <p:nvPr/>
        </p:nvSpPr>
        <p:spPr>
          <a:xfrm>
            <a:off x="829861" y="4723660"/>
            <a:ext cx="3211677" cy="975995"/>
          </a:xfrm>
          <a:prstGeom prst="rect">
            <a:avLst/>
          </a:prstGeom>
        </p:spPr>
        <p:txBody>
          <a:bodyPr wrap="square">
            <a:spAutoFit/>
          </a:bodyPr>
          <a:lstStyle/>
          <a:p>
            <a:pPr algn="just">
              <a:lnSpc>
                <a:spcPts val="2300"/>
              </a:lnSpc>
            </a:pPr>
            <a:r>
              <a:rPr lang="zh-CN" altLang="zh-CN" sz="1450" dirty="0">
                <a:latin typeface="Times New Roman" panose="02020603050405020304" charset="0"/>
                <a:ea typeface="思源黑体" panose="020B0400000000000000" charset="-122"/>
              </a:rPr>
              <a:t>点击此处输入标题文本点击此处输入标题文本点击此处输入标题文本点击此处输入标题文本</a:t>
            </a:r>
          </a:p>
        </p:txBody>
      </p:sp>
      <p:sp>
        <p:nvSpPr>
          <p:cNvPr id="85" name="矩形 84"/>
          <p:cNvSpPr/>
          <p:nvPr/>
        </p:nvSpPr>
        <p:spPr>
          <a:xfrm>
            <a:off x="4607251" y="4723660"/>
            <a:ext cx="3211677" cy="975995"/>
          </a:xfrm>
          <a:prstGeom prst="rect">
            <a:avLst/>
          </a:prstGeom>
        </p:spPr>
        <p:txBody>
          <a:bodyPr wrap="square">
            <a:spAutoFit/>
          </a:bodyPr>
          <a:lstStyle/>
          <a:p>
            <a:pPr algn="just">
              <a:lnSpc>
                <a:spcPts val="2300"/>
              </a:lnSpc>
            </a:pPr>
            <a:r>
              <a:rPr lang="zh-CN" altLang="zh-CN" sz="1450" dirty="0">
                <a:latin typeface="Times New Roman" panose="02020603050405020304" charset="0"/>
                <a:ea typeface="思源黑体" panose="020B0400000000000000" charset="-122"/>
              </a:rPr>
              <a:t>点击此处输入标题文本点击此处输入标题文本点击此处输入标题文本点击此处输入标题文本</a:t>
            </a:r>
          </a:p>
        </p:txBody>
      </p:sp>
      <p:sp>
        <p:nvSpPr>
          <p:cNvPr id="86" name="矩形 85"/>
          <p:cNvSpPr/>
          <p:nvPr/>
        </p:nvSpPr>
        <p:spPr>
          <a:xfrm>
            <a:off x="8392774" y="4723660"/>
            <a:ext cx="3211677" cy="975995"/>
          </a:xfrm>
          <a:prstGeom prst="rect">
            <a:avLst/>
          </a:prstGeom>
        </p:spPr>
        <p:txBody>
          <a:bodyPr wrap="square">
            <a:spAutoFit/>
          </a:bodyPr>
          <a:lstStyle/>
          <a:p>
            <a:pPr algn="just">
              <a:lnSpc>
                <a:spcPts val="2300"/>
              </a:lnSpc>
            </a:pPr>
            <a:r>
              <a:rPr lang="zh-CN" altLang="zh-CN" sz="1450" dirty="0">
                <a:latin typeface="Times New Roman" panose="02020603050405020304" charset="0"/>
                <a:ea typeface="思源黑体" panose="020B0400000000000000" charset="-122"/>
              </a:rPr>
              <a:t>点击此处输入标题文本点击此处输入标题文本点击此处输入标题文本点击此处输入标题文本</a:t>
            </a:r>
          </a:p>
        </p:txBody>
      </p:sp>
      <p:sp>
        <p:nvSpPr>
          <p:cNvPr id="87" name="矩形: 圆角 86"/>
          <p:cNvSpPr/>
          <p:nvPr/>
        </p:nvSpPr>
        <p:spPr>
          <a:xfrm>
            <a:off x="5534414" y="4019910"/>
            <a:ext cx="1357350" cy="509286"/>
          </a:xfrm>
          <a:prstGeom prst="round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latin typeface="Times New Roman" panose="02020603050405020304" charset="0"/>
                <a:ea typeface="思源黑体" panose="020B0400000000000000" charset="-122"/>
              </a:rPr>
              <a:t>输入内容</a:t>
            </a:r>
          </a:p>
        </p:txBody>
      </p:sp>
      <p:sp>
        <p:nvSpPr>
          <p:cNvPr id="88" name="矩形: 圆角 87"/>
          <p:cNvSpPr/>
          <p:nvPr/>
        </p:nvSpPr>
        <p:spPr>
          <a:xfrm>
            <a:off x="9319937" y="4019910"/>
            <a:ext cx="1357350" cy="509286"/>
          </a:xfrm>
          <a:prstGeom prst="round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latin typeface="Times New Roman" panose="02020603050405020304" charset="0"/>
                <a:ea typeface="思源黑体" panose="020B0400000000000000" charset="-122"/>
              </a:rPr>
              <a:t>输入内容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角三角形 4"/>
          <p:cNvSpPr/>
          <p:nvPr/>
        </p:nvSpPr>
        <p:spPr>
          <a:xfrm>
            <a:off x="0" y="5039139"/>
            <a:ext cx="1818861" cy="1818861"/>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直角三角形 5"/>
          <p:cNvSpPr/>
          <p:nvPr/>
        </p:nvSpPr>
        <p:spPr>
          <a:xfrm flipH="1" flipV="1">
            <a:off x="9786082" y="-1"/>
            <a:ext cx="2405917" cy="2405917"/>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5227091" y="1694838"/>
            <a:ext cx="1446530" cy="3153410"/>
          </a:xfrm>
          <a:prstGeom prst="rect">
            <a:avLst/>
          </a:prstGeom>
          <a:noFill/>
        </p:spPr>
        <p:txBody>
          <a:bodyPr wrap="none" rtlCol="0">
            <a:spAutoFit/>
          </a:bodyPr>
          <a:lstStyle/>
          <a:p>
            <a:r>
              <a:rPr lang="en-US" altLang="zh-CN" sz="19900" b="1" dirty="0">
                <a:solidFill>
                  <a:srgbClr val="174994">
                    <a:alpha val="38000"/>
                  </a:srgbClr>
                </a:solidFill>
                <a:latin typeface="Times New Roman" panose="02020603050405020304" charset="0"/>
                <a:ea typeface="思源黑体" panose="020B0400000000000000" charset="-122"/>
              </a:rPr>
              <a:t>2</a:t>
            </a:r>
          </a:p>
        </p:txBody>
      </p:sp>
      <p:sp>
        <p:nvSpPr>
          <p:cNvPr id="9" name="文本框 8"/>
          <p:cNvSpPr txBox="1"/>
          <p:nvPr/>
        </p:nvSpPr>
        <p:spPr>
          <a:xfrm>
            <a:off x="3929460" y="2782669"/>
            <a:ext cx="4303395" cy="645160"/>
          </a:xfrm>
          <a:prstGeom prst="rect">
            <a:avLst/>
          </a:prstGeom>
          <a:noFill/>
        </p:spPr>
        <p:txBody>
          <a:bodyPr wrap="none" rtlCol="0">
            <a:spAutoFit/>
          </a:bodyPr>
          <a:lstStyle/>
          <a:p>
            <a:r>
              <a:rPr lang="zh-CN" altLang="en-US" sz="3600" b="1" dirty="0">
                <a:latin typeface="Times New Roman" panose="02020603050405020304" charset="0"/>
                <a:ea typeface="思源黑体" panose="020B0400000000000000" charset="-122"/>
              </a:rPr>
              <a:t>研究现状及技术难点</a:t>
            </a:r>
          </a:p>
        </p:txBody>
      </p:sp>
      <p:sp>
        <p:nvSpPr>
          <p:cNvPr id="10" name="文本框 9"/>
          <p:cNvSpPr txBox="1"/>
          <p:nvPr/>
        </p:nvSpPr>
        <p:spPr>
          <a:xfrm>
            <a:off x="4225628" y="3606757"/>
            <a:ext cx="3761740" cy="337185"/>
          </a:xfrm>
          <a:prstGeom prst="rect">
            <a:avLst/>
          </a:prstGeom>
          <a:noFill/>
        </p:spPr>
        <p:txBody>
          <a:bodyPr wrap="none" rtlCol="0">
            <a:spAutoFit/>
          </a:bodyPr>
          <a:lstStyle/>
          <a:p>
            <a:pPr algn="ctr"/>
            <a:r>
              <a:rPr lang="en-US" altLang="zh-CN" sz="1600" dirty="0">
                <a:latin typeface="Times New Roman" panose="02020603050405020304" charset="0"/>
                <a:ea typeface="思源黑体" panose="020B0400000000000000" charset="-122"/>
              </a:rPr>
              <a:t>Current Situation and Technical Difficulties</a:t>
            </a:r>
          </a:p>
        </p:txBody>
      </p:sp>
      <p:sp>
        <p:nvSpPr>
          <p:cNvPr id="11" name="矩形 10"/>
          <p:cNvSpPr/>
          <p:nvPr/>
        </p:nvSpPr>
        <p:spPr>
          <a:xfrm flipV="1">
            <a:off x="3487189" y="3512166"/>
            <a:ext cx="5238619" cy="4571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13" y="78833"/>
            <a:ext cx="2554357" cy="5389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3" name="矩形 32"/>
          <p:cNvSpPr/>
          <p:nvPr/>
        </p:nvSpPr>
        <p:spPr>
          <a:xfrm>
            <a:off x="3126856" y="0"/>
            <a:ext cx="2615316"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 name="文本框 7"/>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12" name="文本框 11"/>
          <p:cNvSpPr txBox="1"/>
          <p:nvPr/>
        </p:nvSpPr>
        <p:spPr>
          <a:xfrm>
            <a:off x="2947873" y="417216"/>
            <a:ext cx="2954654"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研究现状及技术难点</a:t>
            </a:r>
          </a:p>
        </p:txBody>
      </p:sp>
      <p:sp>
        <p:nvSpPr>
          <p:cNvPr id="16" name="文本框 15"/>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20" name="文本框 19"/>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24" name="文本框 23"/>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28" name="直接连接符 27"/>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等腰三角形 33"/>
          <p:cNvSpPr/>
          <p:nvPr/>
        </p:nvSpPr>
        <p:spPr>
          <a:xfrm>
            <a:off x="4162097"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p:cNvSpPr txBox="1"/>
          <p:nvPr/>
        </p:nvSpPr>
        <p:spPr>
          <a:xfrm>
            <a:off x="254507" y="1470061"/>
            <a:ext cx="372999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2.1  </a:t>
            </a:r>
            <a:r>
              <a:rPr lang="zh-CN" altLang="en-US" sz="3600" b="1" dirty="0">
                <a:solidFill>
                  <a:srgbClr val="174994"/>
                </a:solidFill>
                <a:latin typeface="Times New Roman" panose="02020603050405020304" charset="0"/>
                <a:ea typeface="思源黑体" panose="020B0400000000000000" charset="-122"/>
              </a:rPr>
              <a:t>研究发展过程</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03</a:t>
            </a:r>
            <a:endParaRPr lang="zh-CN" b="1" dirty="0">
              <a:solidFill>
                <a:schemeClr val="lt1"/>
              </a:solidFill>
              <a:latin typeface="微软雅黑" panose="020B0503020204020204" pitchFamily="34" charset="-122"/>
              <a:ea typeface="微软雅黑" panose="020B0503020204020204" pitchFamily="34" charset="-122"/>
            </a:endParaRPr>
          </a:p>
        </p:txBody>
      </p:sp>
      <p:grpSp>
        <p:nvGrpSpPr>
          <p:cNvPr id="40" name="组合 118"/>
          <p:cNvGrpSpPr/>
          <p:nvPr/>
        </p:nvGrpSpPr>
        <p:grpSpPr>
          <a:xfrm>
            <a:off x="592251" y="3862988"/>
            <a:ext cx="10935678" cy="437929"/>
            <a:chOff x="534438" y="3368953"/>
            <a:chExt cx="10944224" cy="438144"/>
          </a:xfrm>
          <a:solidFill>
            <a:srgbClr val="174994"/>
          </a:solidFill>
        </p:grpSpPr>
        <p:sp>
          <p:nvSpPr>
            <p:cNvPr id="41" name="矩形 119"/>
            <p:cNvSpPr/>
            <p:nvPr/>
          </p:nvSpPr>
          <p:spPr>
            <a:xfrm>
              <a:off x="11049789" y="3503489"/>
              <a:ext cx="50397"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grpSp>
          <p:nvGrpSpPr>
            <p:cNvPr id="42" name="组合 120"/>
            <p:cNvGrpSpPr/>
            <p:nvPr/>
          </p:nvGrpSpPr>
          <p:grpSpPr>
            <a:xfrm>
              <a:off x="534438" y="3368953"/>
              <a:ext cx="10944224" cy="438144"/>
              <a:chOff x="623889" y="3209929"/>
              <a:chExt cx="10944224" cy="438144"/>
            </a:xfrm>
            <a:grpFill/>
          </p:grpSpPr>
          <p:sp>
            <p:nvSpPr>
              <p:cNvPr id="43" name="矩形 121"/>
              <p:cNvSpPr/>
              <p:nvPr/>
            </p:nvSpPr>
            <p:spPr>
              <a:xfrm>
                <a:off x="623889" y="3344465"/>
                <a:ext cx="50397"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sp>
            <p:nvSpPr>
              <p:cNvPr id="44" name="矩形 122"/>
              <p:cNvSpPr/>
              <p:nvPr/>
            </p:nvSpPr>
            <p:spPr>
              <a:xfrm>
                <a:off x="717047" y="3344465"/>
                <a:ext cx="107093"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sp>
            <p:nvSpPr>
              <p:cNvPr id="46" name="矩形 123"/>
              <p:cNvSpPr/>
              <p:nvPr/>
            </p:nvSpPr>
            <p:spPr>
              <a:xfrm>
                <a:off x="866901" y="3344465"/>
                <a:ext cx="198437"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sp>
            <p:nvSpPr>
              <p:cNvPr id="48" name="矩形 124"/>
              <p:cNvSpPr/>
              <p:nvPr/>
            </p:nvSpPr>
            <p:spPr>
              <a:xfrm>
                <a:off x="1108099" y="3344465"/>
                <a:ext cx="9613876"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sp>
            <p:nvSpPr>
              <p:cNvPr id="49" name="矩形 125"/>
              <p:cNvSpPr/>
              <p:nvPr/>
            </p:nvSpPr>
            <p:spPr>
              <a:xfrm>
                <a:off x="10994902" y="3344465"/>
                <a:ext cx="107093"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sp>
            <p:nvSpPr>
              <p:cNvPr id="50" name="矩形 126"/>
              <p:cNvSpPr/>
              <p:nvPr/>
            </p:nvSpPr>
            <p:spPr>
              <a:xfrm>
                <a:off x="10759220" y="3344465"/>
                <a:ext cx="198437" cy="169069"/>
              </a:xfrm>
              <a:prstGeom prst="rect">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sp>
            <p:nvSpPr>
              <p:cNvPr id="51" name="等腰三角形 127"/>
              <p:cNvSpPr/>
              <p:nvPr/>
            </p:nvSpPr>
            <p:spPr>
              <a:xfrm rot="5400000">
                <a:off x="11159803" y="3239763"/>
                <a:ext cx="438144" cy="378476"/>
              </a:xfrm>
              <a:prstGeom prst="triangle">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1600" b="0" i="0" u="none" strike="noStrike" kern="0" spc="0" baseline="0">
                  <a:ln>
                    <a:noFill/>
                  </a:ln>
                  <a:solidFill>
                    <a:srgbClr val="174994"/>
                  </a:solidFill>
                  <a:latin typeface="Arial" panose="020B0604020202020204"/>
                  <a:ea typeface="微软雅黑" panose="020B0503020204020204" pitchFamily="34" charset="-122"/>
                </a:endParaRPr>
              </a:p>
            </p:txBody>
          </p:sp>
        </p:grpSp>
      </p:grpSp>
      <p:cxnSp>
        <p:nvCxnSpPr>
          <p:cNvPr id="52" name="肘形连接符 128"/>
          <p:cNvCxnSpPr>
            <a:stCxn id="54" idx="3"/>
          </p:cNvCxnSpPr>
          <p:nvPr/>
        </p:nvCxnSpPr>
        <p:spPr>
          <a:xfrm rot="5400000" flipH="1" flipV="1">
            <a:off x="1138448" y="3224141"/>
            <a:ext cx="752547" cy="291320"/>
          </a:xfrm>
          <a:prstGeom prst="bentConnector2">
            <a:avLst/>
          </a:prstGeom>
          <a:noFill/>
          <a:ln w="19050" cap="flat" cmpd="sng">
            <a:solidFill>
              <a:srgbClr val="174994"/>
            </a:solidFill>
            <a:prstDash val="solid"/>
            <a:miter/>
            <a:headEnd type="none" w="lg" len="med"/>
            <a:tailEnd type="stealth" w="lg" len="lg"/>
          </a:ln>
        </p:spPr>
      </p:cxnSp>
      <p:grpSp>
        <p:nvGrpSpPr>
          <p:cNvPr id="53" name="组合 129"/>
          <p:cNvGrpSpPr/>
          <p:nvPr/>
        </p:nvGrpSpPr>
        <p:grpSpPr>
          <a:xfrm>
            <a:off x="1077739" y="3746075"/>
            <a:ext cx="582642" cy="676060"/>
            <a:chOff x="1109756" y="3090803"/>
            <a:chExt cx="583096" cy="676392"/>
          </a:xfrm>
          <a:solidFill>
            <a:srgbClr val="174994"/>
          </a:solidFill>
        </p:grpSpPr>
        <p:sp>
          <p:nvSpPr>
            <p:cNvPr id="54" name="六边形 130"/>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55" name="文本框 64"/>
            <p:cNvSpPr txBox="1"/>
            <p:nvPr/>
          </p:nvSpPr>
          <p:spPr>
            <a:xfrm>
              <a:off x="1115001" y="3298193"/>
              <a:ext cx="577851"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2016</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sp>
        <p:nvSpPr>
          <p:cNvPr id="64" name="文本框 66"/>
          <p:cNvSpPr txBox="1"/>
          <p:nvPr/>
        </p:nvSpPr>
        <p:spPr>
          <a:xfrm>
            <a:off x="1660381" y="2701139"/>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cxnSp>
        <p:nvCxnSpPr>
          <p:cNvPr id="75" name="肘形连接符 135"/>
          <p:cNvCxnSpPr>
            <a:stCxn id="81" idx="3"/>
          </p:cNvCxnSpPr>
          <p:nvPr/>
        </p:nvCxnSpPr>
        <p:spPr>
          <a:xfrm rot="5400000" flipH="1" flipV="1">
            <a:off x="3716825" y="3224141"/>
            <a:ext cx="752547" cy="291320"/>
          </a:xfrm>
          <a:prstGeom prst="bentConnector2">
            <a:avLst/>
          </a:prstGeom>
          <a:noFill/>
          <a:ln w="19050" cap="flat" cmpd="sng">
            <a:solidFill>
              <a:srgbClr val="174994"/>
            </a:solidFill>
            <a:prstDash val="solid"/>
            <a:miter/>
            <a:tailEnd type="stealth" w="lg" len="lg"/>
          </a:ln>
        </p:spPr>
      </p:cxnSp>
      <p:grpSp>
        <p:nvGrpSpPr>
          <p:cNvPr id="78" name="组合 136"/>
          <p:cNvGrpSpPr/>
          <p:nvPr/>
        </p:nvGrpSpPr>
        <p:grpSpPr>
          <a:xfrm>
            <a:off x="3656115" y="3746075"/>
            <a:ext cx="582642" cy="676060"/>
            <a:chOff x="1109756" y="3090803"/>
            <a:chExt cx="583096" cy="676392"/>
          </a:xfrm>
          <a:solidFill>
            <a:srgbClr val="174994"/>
          </a:solidFill>
        </p:grpSpPr>
        <p:sp>
          <p:nvSpPr>
            <p:cNvPr id="81" name="六边形 137"/>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82" name="文本框 72"/>
            <p:cNvSpPr txBox="1"/>
            <p:nvPr/>
          </p:nvSpPr>
          <p:spPr>
            <a:xfrm>
              <a:off x="1115001" y="3298193"/>
              <a:ext cx="577851"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2018</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cxnSp>
        <p:nvCxnSpPr>
          <p:cNvPr id="86" name="肘形连接符 142"/>
          <p:cNvCxnSpPr>
            <a:stCxn id="88" idx="3"/>
          </p:cNvCxnSpPr>
          <p:nvPr/>
        </p:nvCxnSpPr>
        <p:spPr>
          <a:xfrm rot="5400000" flipH="1" flipV="1">
            <a:off x="6295202" y="3224141"/>
            <a:ext cx="752547" cy="291320"/>
          </a:xfrm>
          <a:prstGeom prst="bentConnector2">
            <a:avLst/>
          </a:prstGeom>
          <a:noFill/>
          <a:ln w="19050" cap="flat" cmpd="sng">
            <a:solidFill>
              <a:srgbClr val="174994"/>
            </a:solidFill>
            <a:prstDash val="solid"/>
            <a:miter/>
            <a:tailEnd type="stealth" w="lg" len="lg"/>
          </a:ln>
        </p:spPr>
      </p:cxnSp>
      <p:grpSp>
        <p:nvGrpSpPr>
          <p:cNvPr id="87" name="组合 143"/>
          <p:cNvGrpSpPr/>
          <p:nvPr/>
        </p:nvGrpSpPr>
        <p:grpSpPr>
          <a:xfrm>
            <a:off x="6234493" y="3746075"/>
            <a:ext cx="582642" cy="676060"/>
            <a:chOff x="1109756" y="3090803"/>
            <a:chExt cx="583096" cy="676392"/>
          </a:xfrm>
          <a:solidFill>
            <a:srgbClr val="174994"/>
          </a:solidFill>
        </p:grpSpPr>
        <p:sp>
          <p:nvSpPr>
            <p:cNvPr id="88" name="六边形 144"/>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89" name="文本框 79"/>
            <p:cNvSpPr txBox="1"/>
            <p:nvPr/>
          </p:nvSpPr>
          <p:spPr>
            <a:xfrm>
              <a:off x="1115001" y="3298193"/>
              <a:ext cx="577851"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2020</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cxnSp>
        <p:nvCxnSpPr>
          <p:cNvPr id="93" name="肘形连接符 149"/>
          <p:cNvCxnSpPr>
            <a:stCxn id="95" idx="3"/>
          </p:cNvCxnSpPr>
          <p:nvPr/>
        </p:nvCxnSpPr>
        <p:spPr>
          <a:xfrm rot="5400000" flipH="1" flipV="1">
            <a:off x="8873579" y="3224141"/>
            <a:ext cx="752547" cy="291320"/>
          </a:xfrm>
          <a:prstGeom prst="bentConnector2">
            <a:avLst/>
          </a:prstGeom>
          <a:noFill/>
          <a:ln w="19050" cap="flat" cmpd="sng">
            <a:solidFill>
              <a:srgbClr val="174994"/>
            </a:solidFill>
            <a:prstDash val="solid"/>
            <a:miter/>
            <a:tailEnd type="stealth" w="lg" len="lg"/>
          </a:ln>
        </p:spPr>
      </p:cxnSp>
      <p:grpSp>
        <p:nvGrpSpPr>
          <p:cNvPr id="94" name="组合 150"/>
          <p:cNvGrpSpPr/>
          <p:nvPr/>
        </p:nvGrpSpPr>
        <p:grpSpPr>
          <a:xfrm>
            <a:off x="8742907" y="3746074"/>
            <a:ext cx="719518" cy="676060"/>
            <a:chOff x="1039738" y="3090803"/>
            <a:chExt cx="720080" cy="676392"/>
          </a:xfrm>
          <a:solidFill>
            <a:srgbClr val="174994"/>
          </a:solidFill>
        </p:grpSpPr>
        <p:sp>
          <p:nvSpPr>
            <p:cNvPr id="95" name="六边形 151"/>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96" name="文本框 86"/>
            <p:cNvSpPr txBox="1"/>
            <p:nvPr/>
          </p:nvSpPr>
          <p:spPr>
            <a:xfrm>
              <a:off x="1039738" y="3298193"/>
              <a:ext cx="720080"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2022</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cxnSp>
        <p:nvCxnSpPr>
          <p:cNvPr id="100" name="肘形连接符 156"/>
          <p:cNvCxnSpPr>
            <a:stCxn id="102" idx="0"/>
          </p:cNvCxnSpPr>
          <p:nvPr/>
        </p:nvCxnSpPr>
        <p:spPr>
          <a:xfrm rot="16200000" flipH="1">
            <a:off x="2402907" y="4677475"/>
            <a:ext cx="802003" cy="291320"/>
          </a:xfrm>
          <a:prstGeom prst="bentConnector2">
            <a:avLst/>
          </a:prstGeom>
          <a:noFill/>
          <a:ln w="19050" cap="flat" cmpd="sng">
            <a:solidFill>
              <a:srgbClr val="174994"/>
            </a:solidFill>
            <a:prstDash val="solid"/>
            <a:miter/>
            <a:headEnd w="lg" len="lg"/>
            <a:tailEnd type="stealth" w="lg" len="lg"/>
          </a:ln>
        </p:spPr>
      </p:cxnSp>
      <p:grpSp>
        <p:nvGrpSpPr>
          <p:cNvPr id="101" name="组合 157"/>
          <p:cNvGrpSpPr/>
          <p:nvPr/>
        </p:nvGrpSpPr>
        <p:grpSpPr>
          <a:xfrm>
            <a:off x="2366926" y="3746075"/>
            <a:ext cx="582642" cy="676060"/>
            <a:chOff x="1109756" y="3090803"/>
            <a:chExt cx="583096" cy="676392"/>
          </a:xfrm>
          <a:solidFill>
            <a:srgbClr val="174994"/>
          </a:solidFill>
        </p:grpSpPr>
        <p:sp>
          <p:nvSpPr>
            <p:cNvPr id="102" name="六边形 158"/>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103" name="文本框 93"/>
            <p:cNvSpPr txBox="1"/>
            <p:nvPr/>
          </p:nvSpPr>
          <p:spPr>
            <a:xfrm>
              <a:off x="1115001" y="3298193"/>
              <a:ext cx="577851"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2017</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cxnSp>
        <p:nvCxnSpPr>
          <p:cNvPr id="107" name="肘形连接符 163"/>
          <p:cNvCxnSpPr>
            <a:stCxn id="109" idx="0"/>
          </p:cNvCxnSpPr>
          <p:nvPr/>
        </p:nvCxnSpPr>
        <p:spPr>
          <a:xfrm rot="16200000" flipH="1">
            <a:off x="4981283" y="4677475"/>
            <a:ext cx="802003" cy="291320"/>
          </a:xfrm>
          <a:prstGeom prst="bentConnector2">
            <a:avLst/>
          </a:prstGeom>
          <a:noFill/>
          <a:ln w="19050" cap="flat" cmpd="sng">
            <a:solidFill>
              <a:srgbClr val="174994"/>
            </a:solidFill>
            <a:prstDash val="solid"/>
            <a:miter/>
            <a:headEnd w="lg" len="lg"/>
            <a:tailEnd type="stealth" w="lg" len="lg"/>
          </a:ln>
        </p:spPr>
      </p:cxnSp>
      <p:grpSp>
        <p:nvGrpSpPr>
          <p:cNvPr id="108" name="组合 164"/>
          <p:cNvGrpSpPr/>
          <p:nvPr/>
        </p:nvGrpSpPr>
        <p:grpSpPr>
          <a:xfrm>
            <a:off x="4945304" y="3746075"/>
            <a:ext cx="582642" cy="676060"/>
            <a:chOff x="1109756" y="3090803"/>
            <a:chExt cx="583096" cy="676392"/>
          </a:xfrm>
          <a:solidFill>
            <a:srgbClr val="174994"/>
          </a:solidFill>
        </p:grpSpPr>
        <p:sp>
          <p:nvSpPr>
            <p:cNvPr id="109" name="六边形 165"/>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110" name="文本框 101"/>
            <p:cNvSpPr txBox="1"/>
            <p:nvPr/>
          </p:nvSpPr>
          <p:spPr>
            <a:xfrm>
              <a:off x="1115001" y="3298193"/>
              <a:ext cx="577851"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2019</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cxnSp>
        <p:nvCxnSpPr>
          <p:cNvPr id="114" name="肘形连接符 170"/>
          <p:cNvCxnSpPr>
            <a:stCxn id="116" idx="0"/>
          </p:cNvCxnSpPr>
          <p:nvPr/>
        </p:nvCxnSpPr>
        <p:spPr>
          <a:xfrm rot="5400000" flipV="1">
            <a:off x="7559802" y="4677624"/>
            <a:ext cx="802005" cy="291465"/>
          </a:xfrm>
          <a:prstGeom prst="bentConnector2">
            <a:avLst/>
          </a:prstGeom>
          <a:noFill/>
          <a:ln w="19050" cap="flat" cmpd="sng">
            <a:solidFill>
              <a:srgbClr val="174994"/>
            </a:solidFill>
            <a:prstDash val="solid"/>
            <a:miter/>
            <a:headEnd w="lg" len="lg"/>
            <a:tailEnd type="stealth" w="lg" len="lg"/>
          </a:ln>
        </p:spPr>
      </p:cxnSp>
      <p:grpSp>
        <p:nvGrpSpPr>
          <p:cNvPr id="115" name="组合 171"/>
          <p:cNvGrpSpPr/>
          <p:nvPr/>
        </p:nvGrpSpPr>
        <p:grpSpPr>
          <a:xfrm>
            <a:off x="7487784" y="3746075"/>
            <a:ext cx="633224" cy="676060"/>
            <a:chOff x="1073832" y="3090803"/>
            <a:chExt cx="633719" cy="676392"/>
          </a:xfrm>
          <a:solidFill>
            <a:srgbClr val="174994"/>
          </a:solidFill>
        </p:grpSpPr>
        <p:sp>
          <p:nvSpPr>
            <p:cNvPr id="116" name="六边形 172"/>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117" name="文本框 108"/>
            <p:cNvSpPr txBox="1"/>
            <p:nvPr/>
          </p:nvSpPr>
          <p:spPr>
            <a:xfrm>
              <a:off x="1073832" y="3271523"/>
              <a:ext cx="633719"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2021</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grpSp>
        <p:nvGrpSpPr>
          <p:cNvPr id="121" name="组合 177"/>
          <p:cNvGrpSpPr/>
          <p:nvPr/>
        </p:nvGrpSpPr>
        <p:grpSpPr>
          <a:xfrm>
            <a:off x="10038040" y="3746074"/>
            <a:ext cx="681629" cy="676060"/>
            <a:chOff x="1045689" y="3090803"/>
            <a:chExt cx="682162" cy="676392"/>
          </a:xfrm>
          <a:solidFill>
            <a:srgbClr val="174994"/>
          </a:solidFill>
        </p:grpSpPr>
        <p:sp>
          <p:nvSpPr>
            <p:cNvPr id="122" name="六边形 178"/>
            <p:cNvSpPr/>
            <p:nvPr/>
          </p:nvSpPr>
          <p:spPr>
            <a:xfrm rot="5400000">
              <a:off x="1063108" y="3137451"/>
              <a:ext cx="676392" cy="583096"/>
            </a:xfrm>
            <a:prstGeom prst="hexagon">
              <a:avLst/>
            </a:prstGeom>
            <a:grpFill/>
            <a:ln>
              <a:noFill/>
            </a:ln>
          </p:spPr>
          <p:txBody>
            <a:bodyPr anchor="ctr"/>
            <a:lstStyle/>
            <a:p>
              <a:pPr marL="0" lvl="0" indent="0" algn="ctr" defTabSz="914400">
                <a:lnSpc>
                  <a:spcPct val="100000"/>
                </a:lnSpc>
                <a:spcBef>
                  <a:spcPts val="0"/>
                </a:spcBef>
                <a:spcAft>
                  <a:spcPts val="0"/>
                </a:spcAft>
                <a:buClrTx/>
                <a:buSzTx/>
                <a:buFontTx/>
                <a:buNone/>
              </a:pPr>
              <a:endParaRPr lang="zh-CN" sz="2000" b="1" i="0" u="none" strike="noStrike" kern="0" spc="0" baseline="0">
                <a:ln>
                  <a:noFill/>
                </a:ln>
                <a:solidFill>
                  <a:srgbClr val="FFFFFF"/>
                </a:solidFill>
                <a:latin typeface="微软雅黑" panose="020B0503020204020204" pitchFamily="34" charset="-122"/>
                <a:ea typeface="微软雅黑" panose="020B0503020204020204" pitchFamily="34" charset="-122"/>
              </a:endParaRPr>
            </a:p>
          </p:txBody>
        </p:sp>
        <p:sp>
          <p:nvSpPr>
            <p:cNvPr id="123" name="文本框 114"/>
            <p:cNvSpPr txBox="1"/>
            <p:nvPr/>
          </p:nvSpPr>
          <p:spPr>
            <a:xfrm>
              <a:off x="1045689" y="3298193"/>
              <a:ext cx="682162" cy="277135"/>
            </a:xfrm>
            <a:prstGeom prst="rect">
              <a:avLst/>
            </a:prstGeom>
            <a:grpFill/>
          </p:spPr>
          <p:txBody>
            <a:bodyPr wrap="square">
              <a:spAutoFit/>
            </a:bodyPr>
            <a:lstStyle/>
            <a:p>
              <a:pPr marL="0" lvl="0" indent="0" algn="ctr" defTabSz="914400">
                <a:lnSpc>
                  <a:spcPct val="100000"/>
                </a:lnSpc>
                <a:spcBef>
                  <a:spcPts val="0"/>
                </a:spcBef>
                <a:spcAft>
                  <a:spcPts val="0"/>
                </a:spcAft>
                <a:buClrTx/>
                <a:buSzTx/>
                <a:buFontTx/>
                <a:buNone/>
              </a:pPr>
              <a:r>
                <a:rPr lang="en-US" sz="1200" b="1" i="0" u="none" strike="noStrike" kern="0" spc="0" baseline="0" dirty="0">
                  <a:ln>
                    <a:noFill/>
                  </a:ln>
                  <a:solidFill>
                    <a:srgbClr val="FFFFFF"/>
                  </a:solidFill>
                  <a:latin typeface="微软雅黑" panose="020B0503020204020204" pitchFamily="34" charset="-122"/>
                  <a:ea typeface="微软雅黑" panose="020B0503020204020204" pitchFamily="34" charset="-122"/>
                </a:rPr>
                <a:t>2023</a:t>
              </a:r>
              <a:endParaRPr lang="zh-CN" sz="1200" b="1" i="0" u="none" strike="noStrike" kern="0" spc="0" baseline="0" dirty="0">
                <a:ln>
                  <a:noFill/>
                </a:ln>
                <a:solidFill>
                  <a:srgbClr val="FFFFFF"/>
                </a:solidFill>
                <a:latin typeface="微软雅黑" panose="020B0503020204020204" pitchFamily="34" charset="-122"/>
                <a:ea typeface="微软雅黑" panose="020B0503020204020204" pitchFamily="34" charset="-122"/>
              </a:endParaRPr>
            </a:p>
          </p:txBody>
        </p:sp>
      </p:grpSp>
      <p:sp>
        <p:nvSpPr>
          <p:cNvPr id="125" name="文本框 66"/>
          <p:cNvSpPr txBox="1"/>
          <p:nvPr/>
        </p:nvSpPr>
        <p:spPr>
          <a:xfrm>
            <a:off x="4229479" y="2701138"/>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sp>
        <p:nvSpPr>
          <p:cNvPr id="126" name="文本框 66"/>
          <p:cNvSpPr txBox="1"/>
          <p:nvPr/>
        </p:nvSpPr>
        <p:spPr>
          <a:xfrm>
            <a:off x="5641709" y="4932394"/>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sp>
        <p:nvSpPr>
          <p:cNvPr id="127" name="文本框 66"/>
          <p:cNvSpPr txBox="1"/>
          <p:nvPr/>
        </p:nvSpPr>
        <p:spPr>
          <a:xfrm>
            <a:off x="8272868" y="4932394"/>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sp>
        <p:nvSpPr>
          <p:cNvPr id="128" name="文本框 66"/>
          <p:cNvSpPr txBox="1"/>
          <p:nvPr/>
        </p:nvSpPr>
        <p:spPr>
          <a:xfrm>
            <a:off x="6878644" y="2701138"/>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sp>
        <p:nvSpPr>
          <p:cNvPr id="129" name="文本框 66"/>
          <p:cNvSpPr txBox="1"/>
          <p:nvPr/>
        </p:nvSpPr>
        <p:spPr>
          <a:xfrm>
            <a:off x="9471942" y="2701138"/>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sp>
        <p:nvSpPr>
          <p:cNvPr id="131" name="文本框 66"/>
          <p:cNvSpPr txBox="1"/>
          <p:nvPr/>
        </p:nvSpPr>
        <p:spPr>
          <a:xfrm>
            <a:off x="3081963" y="4932394"/>
            <a:ext cx="1412230" cy="583565"/>
          </a:xfrm>
          <a:prstGeom prst="rect">
            <a:avLst/>
          </a:prstGeom>
          <a:noFill/>
        </p:spPr>
        <p:txBody>
          <a:bodyPr wrap="square">
            <a:spAutoFit/>
          </a:bodyPr>
          <a:lstStyle/>
          <a:p>
            <a:pPr marL="0" lvl="0" indent="0" defTabSz="914400">
              <a:lnSpc>
                <a:spcPct val="100000"/>
              </a:lnSpc>
              <a:spcBef>
                <a:spcPts val="0"/>
              </a:spcBef>
              <a:spcAft>
                <a:spcPts val="0"/>
              </a:spcAft>
              <a:buClrTx/>
              <a:buSzTx/>
              <a:buFontTx/>
              <a:buNone/>
            </a:pPr>
            <a:r>
              <a:rPr lang="zh-CN" sz="1600" b="1" i="0" u="none" strike="noStrike" kern="0" spc="0" baseline="0" dirty="0">
                <a:ln>
                  <a:noFill/>
                </a:ln>
                <a:solidFill>
                  <a:srgbClr val="174994"/>
                </a:solidFill>
                <a:latin typeface="Times New Roman" panose="02020603050405020304" charset="0"/>
                <a:ea typeface="思源黑体" panose="020B0400000000000000" charset="-122"/>
              </a:rPr>
              <a:t>轻点此处输入文字内容</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54507" y="1470061"/>
            <a:ext cx="3272155"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2.2  </a:t>
            </a:r>
            <a:r>
              <a:rPr lang="zh-CN" altLang="en-US" sz="3600" b="1" dirty="0">
                <a:solidFill>
                  <a:srgbClr val="174994"/>
                </a:solidFill>
                <a:latin typeface="Times New Roman" panose="02020603050405020304" charset="0"/>
                <a:ea typeface="思源黑体" panose="020B0400000000000000" charset="-122"/>
              </a:rPr>
              <a:t>国内外现状</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04</a:t>
            </a:r>
            <a:endParaRPr lang="zh-CN" b="1" dirty="0">
              <a:solidFill>
                <a:schemeClr val="lt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1631" y="2312280"/>
            <a:ext cx="3993264" cy="2248059"/>
          </a:xfrm>
          <a:prstGeom prst="rect">
            <a:avLst/>
          </a:prstGeom>
        </p:spPr>
      </p:pic>
      <p:pic>
        <p:nvPicPr>
          <p:cNvPr id="14" name="图片 13"/>
          <p:cNvPicPr>
            <a:picLocks noChangeAspect="1"/>
          </p:cNvPicPr>
          <p:nvPr/>
        </p:nvPicPr>
        <p:blipFill rotWithShape="1">
          <a:blip r:embed="rId3" cstate="print">
            <a:extLst>
              <a:ext uri="{28A0092B-C50C-407E-A947-70E740481C1C}">
                <a14:useLocalDpi xmlns:a14="http://schemas.microsoft.com/office/drawing/2010/main" val="0"/>
              </a:ext>
            </a:extLst>
          </a:blip>
          <a:srcRect t="14581"/>
          <a:stretch>
            <a:fillRect/>
          </a:stretch>
        </p:blipFill>
        <p:spPr>
          <a:xfrm>
            <a:off x="7030158" y="2312280"/>
            <a:ext cx="3947734" cy="2248060"/>
          </a:xfrm>
          <a:prstGeom prst="rect">
            <a:avLst/>
          </a:prstGeom>
        </p:spPr>
      </p:pic>
      <p:sp>
        <p:nvSpPr>
          <p:cNvPr id="15" name="文本框 14"/>
          <p:cNvSpPr txBox="1"/>
          <p:nvPr/>
        </p:nvSpPr>
        <p:spPr>
          <a:xfrm>
            <a:off x="1249232" y="4741608"/>
            <a:ext cx="1710690" cy="398780"/>
          </a:xfrm>
          <a:prstGeom prst="rect">
            <a:avLst/>
          </a:prstGeom>
          <a:noFill/>
        </p:spPr>
        <p:txBody>
          <a:bodyPr wrap="none" rtlCol="0">
            <a:spAutoFit/>
          </a:bodyPr>
          <a:lstStyle/>
          <a:p>
            <a:r>
              <a:rPr lang="zh-CN" altLang="en-US" sz="2000" b="1" dirty="0">
                <a:solidFill>
                  <a:srgbClr val="174994"/>
                </a:solidFill>
                <a:latin typeface="Times New Roman" panose="02020603050405020304" charset="0"/>
                <a:ea typeface="思源黑体" panose="020B0400000000000000" charset="-122"/>
              </a:rPr>
              <a:t>国内研究现状</a:t>
            </a:r>
          </a:p>
        </p:txBody>
      </p:sp>
      <p:sp>
        <p:nvSpPr>
          <p:cNvPr id="77" name="文本框 76"/>
          <p:cNvSpPr txBox="1"/>
          <p:nvPr/>
        </p:nvSpPr>
        <p:spPr>
          <a:xfrm>
            <a:off x="1253244" y="5247135"/>
            <a:ext cx="4061651" cy="860425"/>
          </a:xfrm>
          <a:prstGeom prst="rect">
            <a:avLst/>
          </a:prstGeom>
          <a:noFill/>
        </p:spPr>
        <p:txBody>
          <a:bodyPr wrap="square" rtlCol="0">
            <a:spAutoFit/>
          </a:bodyPr>
          <a:lstStyle/>
          <a:p>
            <a:pPr>
              <a:lnSpc>
                <a:spcPts val="2000"/>
              </a:lnSpc>
            </a:pPr>
            <a:r>
              <a:rPr lang="zh-CN" altLang="en-US" sz="1500"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点击此处输入标题文本点击此处输入标题文本点击此处输入标题文本点击此处输入标题文本点击此处输入标题文本点击此处输入标题文本</a:t>
            </a:r>
          </a:p>
        </p:txBody>
      </p:sp>
      <p:sp>
        <p:nvSpPr>
          <p:cNvPr id="79" name="文本框 78"/>
          <p:cNvSpPr txBox="1"/>
          <p:nvPr/>
        </p:nvSpPr>
        <p:spPr>
          <a:xfrm>
            <a:off x="7026146" y="4741608"/>
            <a:ext cx="1710690" cy="398780"/>
          </a:xfrm>
          <a:prstGeom prst="rect">
            <a:avLst/>
          </a:prstGeom>
          <a:noFill/>
        </p:spPr>
        <p:txBody>
          <a:bodyPr wrap="none" rtlCol="0">
            <a:spAutoFit/>
          </a:bodyPr>
          <a:lstStyle/>
          <a:p>
            <a:r>
              <a:rPr lang="zh-CN" altLang="en-US" sz="2000" b="1" dirty="0">
                <a:solidFill>
                  <a:srgbClr val="174994"/>
                </a:solidFill>
                <a:latin typeface="Times New Roman" panose="02020603050405020304" charset="0"/>
                <a:ea typeface="思源黑体" panose="020B0400000000000000" charset="-122"/>
              </a:rPr>
              <a:t>国外研究现状</a:t>
            </a:r>
          </a:p>
        </p:txBody>
      </p:sp>
      <p:sp>
        <p:nvSpPr>
          <p:cNvPr id="80" name="文本框 79"/>
          <p:cNvSpPr txBox="1"/>
          <p:nvPr/>
        </p:nvSpPr>
        <p:spPr>
          <a:xfrm>
            <a:off x="7030158" y="5247135"/>
            <a:ext cx="4061651" cy="860425"/>
          </a:xfrm>
          <a:prstGeom prst="rect">
            <a:avLst/>
          </a:prstGeom>
          <a:noFill/>
        </p:spPr>
        <p:txBody>
          <a:bodyPr wrap="square" rtlCol="0">
            <a:spAutoFit/>
          </a:bodyPr>
          <a:lstStyle/>
          <a:p>
            <a:pPr>
              <a:lnSpc>
                <a:spcPts val="2000"/>
              </a:lnSpc>
            </a:pPr>
            <a:r>
              <a:rPr lang="zh-CN" altLang="en-US" sz="1500"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点击此处输入标题文本点击此处输入标题文本点击此处输入标题文本点击此处输入标题文本点击此处输入标题文本点击此处输入标题文本</a:t>
            </a:r>
          </a:p>
        </p:txBody>
      </p:sp>
      <p:sp>
        <p:nvSpPr>
          <p:cNvPr id="118" name="矩形 117"/>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19" name="矩形 118"/>
          <p:cNvSpPr/>
          <p:nvPr/>
        </p:nvSpPr>
        <p:spPr>
          <a:xfrm>
            <a:off x="3126856" y="0"/>
            <a:ext cx="2615316"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0" name="文本框 119"/>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124" name="文本框 123"/>
          <p:cNvSpPr txBox="1"/>
          <p:nvPr/>
        </p:nvSpPr>
        <p:spPr>
          <a:xfrm>
            <a:off x="2947873" y="417216"/>
            <a:ext cx="2954654"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研究现状及技术难点</a:t>
            </a:r>
          </a:p>
        </p:txBody>
      </p:sp>
      <p:sp>
        <p:nvSpPr>
          <p:cNvPr id="130" name="文本框 129"/>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131" name="文本框 130"/>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132" name="文本框 131"/>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133" name="图片 1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134" name="直接连接符 133"/>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8" name="等腰三角形 137"/>
          <p:cNvSpPr/>
          <p:nvPr/>
        </p:nvSpPr>
        <p:spPr>
          <a:xfrm>
            <a:off x="4162097"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2.3  </a:t>
            </a:r>
            <a:r>
              <a:rPr lang="zh-CN" altLang="en-US" sz="3600" b="1" dirty="0">
                <a:solidFill>
                  <a:srgbClr val="174994"/>
                </a:solidFill>
                <a:latin typeface="Times New Roman" panose="02020603050405020304" charset="0"/>
                <a:ea typeface="思源黑体" panose="020B0400000000000000" charset="-122"/>
              </a:rPr>
              <a:t>技术难点</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05</a:t>
            </a:r>
            <a:endParaRPr lang="zh-CN" b="1" dirty="0">
              <a:solidFill>
                <a:schemeClr val="lt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13461"/>
          <a:stretch>
            <a:fillRect/>
          </a:stretch>
        </p:blipFill>
        <p:spPr>
          <a:xfrm>
            <a:off x="303556" y="2593153"/>
            <a:ext cx="5509864" cy="2683029"/>
          </a:xfrm>
          <a:prstGeom prst="rect">
            <a:avLst/>
          </a:prstGeom>
        </p:spPr>
      </p:pic>
      <p:grpSp>
        <p:nvGrpSpPr>
          <p:cNvPr id="22" name="组合 21"/>
          <p:cNvGrpSpPr/>
          <p:nvPr/>
        </p:nvGrpSpPr>
        <p:grpSpPr>
          <a:xfrm>
            <a:off x="6386484" y="2462130"/>
            <a:ext cx="5314275" cy="1237308"/>
            <a:chOff x="6472511" y="1600798"/>
            <a:chExt cx="5314275" cy="1237308"/>
          </a:xfrm>
        </p:grpSpPr>
        <p:sp>
          <p:nvSpPr>
            <p:cNvPr id="64" name="文本框 63"/>
            <p:cNvSpPr txBox="1"/>
            <p:nvPr/>
          </p:nvSpPr>
          <p:spPr>
            <a:xfrm>
              <a:off x="6472511" y="1600798"/>
              <a:ext cx="3262432" cy="460375"/>
            </a:xfrm>
            <a:prstGeom prst="rect">
              <a:avLst/>
            </a:prstGeom>
            <a:noFill/>
          </p:spPr>
          <p:txBody>
            <a:bodyPr wrap="square" rtlCol="0">
              <a:spAutoFit/>
            </a:bodyPr>
            <a:lstStyle/>
            <a:p>
              <a:r>
                <a:rPr lang="zh-CN" altLang="en-US" sz="2400" b="1" dirty="0">
                  <a:solidFill>
                    <a:srgbClr val="174994"/>
                  </a:solidFill>
                  <a:latin typeface="Times New Roman" panose="02020603050405020304" charset="0"/>
                  <a:ea typeface="思源黑体" panose="020B0400000000000000" charset="-122"/>
                </a:rPr>
                <a:t>点击此处输入文字内容</a:t>
              </a:r>
            </a:p>
          </p:txBody>
        </p:sp>
        <p:sp>
          <p:nvSpPr>
            <p:cNvPr id="75" name="文本框 74"/>
            <p:cNvSpPr txBox="1"/>
            <p:nvPr/>
          </p:nvSpPr>
          <p:spPr>
            <a:xfrm>
              <a:off x="6472511" y="2192946"/>
              <a:ext cx="5314275" cy="645160"/>
            </a:xfrm>
            <a:prstGeom prst="rect">
              <a:avLst/>
            </a:prstGeom>
            <a:noFill/>
          </p:spPr>
          <p:txBody>
            <a:bodyPr wrap="square" rtlCol="0">
              <a:spAutoFit/>
            </a:bodyPr>
            <a:lstStyle/>
            <a:p>
              <a:r>
                <a:rPr lang="zh-CN" altLang="en-US" dirty="0">
                  <a:latin typeface="Times New Roman" panose="02020603050405020304" charset="0"/>
                  <a:ea typeface="思源黑体" panose="020B0400000000000000" charset="-122"/>
                </a:rPr>
                <a:t>点击此处输入文字内容点击此处输入文字内容</a:t>
              </a:r>
              <a:endParaRPr lang="en-US" altLang="zh-CN" dirty="0">
                <a:latin typeface="Times New Roman" panose="02020603050405020304" charset="0"/>
                <a:ea typeface="思源黑体" panose="020B0400000000000000" charset="-122"/>
              </a:endParaRPr>
            </a:p>
            <a:p>
              <a:r>
                <a:rPr lang="zh-CN" altLang="en-US" dirty="0">
                  <a:latin typeface="Times New Roman" panose="02020603050405020304" charset="0"/>
                  <a:ea typeface="思源黑体" panose="020B0400000000000000" charset="-122"/>
                </a:rPr>
                <a:t>点击此处输入文字内容点击此处输入文字内容</a:t>
              </a:r>
            </a:p>
          </p:txBody>
        </p:sp>
      </p:grpSp>
      <p:cxnSp>
        <p:nvCxnSpPr>
          <p:cNvPr id="14" name="直接连接符 13"/>
          <p:cNvCxnSpPr/>
          <p:nvPr/>
        </p:nvCxnSpPr>
        <p:spPr>
          <a:xfrm>
            <a:off x="6468635" y="4026629"/>
            <a:ext cx="510318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84" name="组合 83"/>
          <p:cNvGrpSpPr/>
          <p:nvPr/>
        </p:nvGrpSpPr>
        <p:grpSpPr>
          <a:xfrm>
            <a:off x="6386484" y="4343554"/>
            <a:ext cx="5314275" cy="1206396"/>
            <a:chOff x="6472511" y="1600798"/>
            <a:chExt cx="5314275" cy="1206396"/>
          </a:xfrm>
        </p:grpSpPr>
        <p:sp>
          <p:nvSpPr>
            <p:cNvPr id="85" name="文本框 84"/>
            <p:cNvSpPr txBox="1"/>
            <p:nvPr/>
          </p:nvSpPr>
          <p:spPr>
            <a:xfrm>
              <a:off x="6472511" y="1600798"/>
              <a:ext cx="3262432" cy="460375"/>
            </a:xfrm>
            <a:prstGeom prst="rect">
              <a:avLst/>
            </a:prstGeom>
            <a:noFill/>
          </p:spPr>
          <p:txBody>
            <a:bodyPr wrap="square" rtlCol="0">
              <a:spAutoFit/>
            </a:bodyPr>
            <a:lstStyle/>
            <a:p>
              <a:r>
                <a:rPr lang="zh-CN" altLang="en-US" sz="2400" b="1" dirty="0">
                  <a:solidFill>
                    <a:srgbClr val="174994"/>
                  </a:solidFill>
                  <a:latin typeface="Times New Roman" panose="02020603050405020304" charset="0"/>
                  <a:ea typeface="思源黑体" panose="020B0400000000000000" charset="-122"/>
                </a:rPr>
                <a:t>点击此处输入文字内容</a:t>
              </a:r>
            </a:p>
          </p:txBody>
        </p:sp>
        <p:sp>
          <p:nvSpPr>
            <p:cNvPr id="86" name="文本框 85"/>
            <p:cNvSpPr txBox="1"/>
            <p:nvPr/>
          </p:nvSpPr>
          <p:spPr>
            <a:xfrm>
              <a:off x="6472511" y="2162034"/>
              <a:ext cx="5314275" cy="645160"/>
            </a:xfrm>
            <a:prstGeom prst="rect">
              <a:avLst/>
            </a:prstGeom>
            <a:noFill/>
          </p:spPr>
          <p:txBody>
            <a:bodyPr wrap="square" rtlCol="0">
              <a:spAutoFit/>
            </a:bodyPr>
            <a:lstStyle/>
            <a:p>
              <a:r>
                <a:rPr lang="zh-CN" altLang="en-US" dirty="0">
                  <a:latin typeface="Times New Roman" panose="02020603050405020304" charset="0"/>
                  <a:ea typeface="思源黑体" panose="020B0400000000000000" charset="-122"/>
                </a:rPr>
                <a:t>点击此处输入文字内容点击此处输入文字内容</a:t>
              </a:r>
              <a:endParaRPr lang="en-US" altLang="zh-CN" dirty="0">
                <a:latin typeface="Times New Roman" panose="02020603050405020304" charset="0"/>
                <a:ea typeface="思源黑体" panose="020B0400000000000000" charset="-122"/>
              </a:endParaRPr>
            </a:p>
            <a:p>
              <a:r>
                <a:rPr lang="zh-CN" altLang="en-US" dirty="0">
                  <a:latin typeface="Times New Roman" panose="02020603050405020304" charset="0"/>
                  <a:ea typeface="思源黑体" panose="020B0400000000000000" charset="-122"/>
                </a:rPr>
                <a:t>点击此处输入文字内容点击此处输入文字内容</a:t>
              </a:r>
            </a:p>
          </p:txBody>
        </p:sp>
      </p:grpSp>
      <p:sp>
        <p:nvSpPr>
          <p:cNvPr id="100" name="矩形 99"/>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1" name="矩形 100"/>
          <p:cNvSpPr/>
          <p:nvPr/>
        </p:nvSpPr>
        <p:spPr>
          <a:xfrm>
            <a:off x="3126856" y="0"/>
            <a:ext cx="2615316"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2" name="文本框 101"/>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103" name="文本框 102"/>
          <p:cNvSpPr txBox="1"/>
          <p:nvPr/>
        </p:nvSpPr>
        <p:spPr>
          <a:xfrm>
            <a:off x="2947873" y="417216"/>
            <a:ext cx="2954654"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研究现状及技术难点</a:t>
            </a:r>
          </a:p>
        </p:txBody>
      </p:sp>
      <p:sp>
        <p:nvSpPr>
          <p:cNvPr id="104" name="文本框 103"/>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105" name="文本框 104"/>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106" name="文本框 105"/>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107" name="图片 10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108" name="直接连接符 107"/>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等腰三角形 111"/>
          <p:cNvSpPr/>
          <p:nvPr/>
        </p:nvSpPr>
        <p:spPr>
          <a:xfrm>
            <a:off x="4162097"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角三角形 4"/>
          <p:cNvSpPr/>
          <p:nvPr/>
        </p:nvSpPr>
        <p:spPr>
          <a:xfrm>
            <a:off x="0" y="5039139"/>
            <a:ext cx="1818861" cy="1818861"/>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直角三角形 5"/>
          <p:cNvSpPr/>
          <p:nvPr/>
        </p:nvSpPr>
        <p:spPr>
          <a:xfrm flipH="1" flipV="1">
            <a:off x="9786082" y="-1"/>
            <a:ext cx="2405917" cy="2405917"/>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5227091" y="1694838"/>
            <a:ext cx="1446530" cy="3153410"/>
          </a:xfrm>
          <a:prstGeom prst="rect">
            <a:avLst/>
          </a:prstGeom>
          <a:noFill/>
        </p:spPr>
        <p:txBody>
          <a:bodyPr wrap="none" rtlCol="0">
            <a:spAutoFit/>
          </a:bodyPr>
          <a:lstStyle/>
          <a:p>
            <a:r>
              <a:rPr lang="en-US" altLang="zh-CN" sz="19900" b="1" dirty="0">
                <a:solidFill>
                  <a:srgbClr val="174994">
                    <a:alpha val="38000"/>
                  </a:srgbClr>
                </a:solidFill>
                <a:latin typeface="Times New Roman" panose="02020603050405020304" charset="0"/>
                <a:ea typeface="思源黑体" panose="020B0400000000000000" charset="-122"/>
              </a:rPr>
              <a:t>3</a:t>
            </a:r>
          </a:p>
        </p:txBody>
      </p:sp>
      <p:sp>
        <p:nvSpPr>
          <p:cNvPr id="9" name="文本框 8"/>
          <p:cNvSpPr txBox="1"/>
          <p:nvPr/>
        </p:nvSpPr>
        <p:spPr>
          <a:xfrm>
            <a:off x="3929460" y="2782669"/>
            <a:ext cx="4303395" cy="645160"/>
          </a:xfrm>
          <a:prstGeom prst="rect">
            <a:avLst/>
          </a:prstGeom>
          <a:noFill/>
        </p:spPr>
        <p:txBody>
          <a:bodyPr wrap="none" rtlCol="0">
            <a:spAutoFit/>
          </a:bodyPr>
          <a:lstStyle/>
          <a:p>
            <a:r>
              <a:rPr lang="zh-CN" altLang="en-US" sz="3600" b="1" dirty="0">
                <a:latin typeface="Times New Roman" panose="02020603050405020304" charset="0"/>
                <a:ea typeface="思源黑体" panose="020B0400000000000000" charset="-122"/>
              </a:rPr>
              <a:t>研究思路及研究方法</a:t>
            </a:r>
          </a:p>
        </p:txBody>
      </p:sp>
      <p:sp>
        <p:nvSpPr>
          <p:cNvPr id="10" name="文本框 9"/>
          <p:cNvSpPr txBox="1"/>
          <p:nvPr/>
        </p:nvSpPr>
        <p:spPr>
          <a:xfrm>
            <a:off x="4849198" y="3606757"/>
            <a:ext cx="2514600" cy="337185"/>
          </a:xfrm>
          <a:prstGeom prst="rect">
            <a:avLst/>
          </a:prstGeom>
          <a:noFill/>
        </p:spPr>
        <p:txBody>
          <a:bodyPr wrap="none" rtlCol="0">
            <a:spAutoFit/>
          </a:bodyPr>
          <a:lstStyle/>
          <a:p>
            <a:pPr algn="ctr"/>
            <a:r>
              <a:rPr lang="en-US" altLang="zh-CN" sz="1600" dirty="0">
                <a:latin typeface="Times New Roman" panose="02020603050405020304" charset="0"/>
                <a:ea typeface="思源黑体" panose="020B0400000000000000" charset="-122"/>
              </a:rPr>
              <a:t>Research Ideas and Methods</a:t>
            </a:r>
          </a:p>
        </p:txBody>
      </p:sp>
      <p:sp>
        <p:nvSpPr>
          <p:cNvPr id="11" name="矩形 10"/>
          <p:cNvSpPr/>
          <p:nvPr/>
        </p:nvSpPr>
        <p:spPr>
          <a:xfrm flipV="1">
            <a:off x="3487189" y="3512166"/>
            <a:ext cx="5238619" cy="4571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13" y="78833"/>
            <a:ext cx="2554357" cy="5389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3" name="直接连接符 162"/>
          <p:cNvCxnSpPr/>
          <p:nvPr/>
        </p:nvCxnSpPr>
        <p:spPr>
          <a:xfrm flipV="1">
            <a:off x="3955042" y="4703580"/>
            <a:ext cx="694542" cy="790896"/>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flipV="1">
            <a:off x="7116769" y="2710917"/>
            <a:ext cx="859549" cy="832130"/>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7349214" y="4999855"/>
            <a:ext cx="582803" cy="530339"/>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3705681" y="2977559"/>
            <a:ext cx="803246" cy="451441"/>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pic>
        <p:nvPicPr>
          <p:cNvPr id="132" name="图片 131"/>
          <p:cNvPicPr>
            <a:picLocks noChangeAspect="1"/>
          </p:cNvPicPr>
          <p:nvPr/>
        </p:nvPicPr>
        <p:blipFill>
          <a:blip r:embed="rId2" cstate="print">
            <a:extLst>
              <a:ext uri="{28A0092B-C50C-407E-A947-70E740481C1C}">
                <a14:useLocalDpi xmlns:a14="http://schemas.microsoft.com/office/drawing/2010/main" val="0"/>
              </a:ext>
            </a:extLst>
          </a:blip>
          <a:srcRect l="834" t="7756" b="36976"/>
          <a:stretch>
            <a:fillRect/>
          </a:stretch>
        </p:blipFill>
        <p:spPr>
          <a:xfrm>
            <a:off x="5458638" y="4204789"/>
            <a:ext cx="2607840" cy="2180136"/>
          </a:xfrm>
          <a:custGeom>
            <a:avLst/>
            <a:gdLst>
              <a:gd name="connsiteX0" fmla="*/ 1360622 w 2607840"/>
              <a:gd name="connsiteY0" fmla="*/ 0 h 2180136"/>
              <a:gd name="connsiteX1" fmla="*/ 1606941 w 2607840"/>
              <a:gd name="connsiteY1" fmla="*/ 0 h 2180136"/>
              <a:gd name="connsiteX2" fmla="*/ 1606941 w 2607840"/>
              <a:gd name="connsiteY2" fmla="*/ 5876 h 2180136"/>
              <a:gd name="connsiteX3" fmla="*/ 1536564 w 2607840"/>
              <a:gd name="connsiteY3" fmla="*/ 176291 h 2180136"/>
              <a:gd name="connsiteX4" fmla="*/ 1606941 w 2607840"/>
              <a:gd name="connsiteY4" fmla="*/ 340830 h 2180136"/>
              <a:gd name="connsiteX5" fmla="*/ 1771154 w 2607840"/>
              <a:gd name="connsiteY5" fmla="*/ 411346 h 2180136"/>
              <a:gd name="connsiteX6" fmla="*/ 1941232 w 2607840"/>
              <a:gd name="connsiteY6" fmla="*/ 340830 h 2180136"/>
              <a:gd name="connsiteX7" fmla="*/ 2011609 w 2607840"/>
              <a:gd name="connsiteY7" fmla="*/ 176291 h 2180136"/>
              <a:gd name="connsiteX8" fmla="*/ 1941232 w 2607840"/>
              <a:gd name="connsiteY8" fmla="*/ 5876 h 2180136"/>
              <a:gd name="connsiteX9" fmla="*/ 1935367 w 2607840"/>
              <a:gd name="connsiteY9" fmla="*/ 0 h 2180136"/>
              <a:gd name="connsiteX10" fmla="*/ 2275522 w 2607840"/>
              <a:gd name="connsiteY10" fmla="*/ 0 h 2180136"/>
              <a:gd name="connsiteX11" fmla="*/ 2269658 w 2607840"/>
              <a:gd name="connsiteY11" fmla="*/ 188044 h 2180136"/>
              <a:gd name="connsiteX12" fmla="*/ 2587821 w 2607840"/>
              <a:gd name="connsiteY12" fmla="*/ 362867 h 2180136"/>
              <a:gd name="connsiteX13" fmla="*/ 2607840 w 2607840"/>
              <a:gd name="connsiteY13" fmla="*/ 373867 h 2180136"/>
              <a:gd name="connsiteX14" fmla="*/ 2607840 w 2607840"/>
              <a:gd name="connsiteY14" fmla="*/ 508748 h 2180136"/>
              <a:gd name="connsiteX15" fmla="*/ 2598817 w 2607840"/>
              <a:gd name="connsiteY15" fmla="*/ 551645 h 2180136"/>
              <a:gd name="connsiteX16" fmla="*/ 2551166 w 2607840"/>
              <a:gd name="connsiteY16" fmla="*/ 711042 h 2180136"/>
              <a:gd name="connsiteX17" fmla="*/ 2123039 w 2607840"/>
              <a:gd name="connsiteY17" fmla="*/ 734547 h 2180136"/>
              <a:gd name="connsiteX18" fmla="*/ 1923637 w 2607840"/>
              <a:gd name="connsiteY18" fmla="*/ 1075377 h 2180136"/>
              <a:gd name="connsiteX19" fmla="*/ 2140633 w 2607840"/>
              <a:gd name="connsiteY19" fmla="*/ 1427960 h 2180136"/>
              <a:gd name="connsiteX20" fmla="*/ 2017473 w 2607840"/>
              <a:gd name="connsiteY20" fmla="*/ 1563116 h 2180136"/>
              <a:gd name="connsiteX21" fmla="*/ 1882584 w 2607840"/>
              <a:gd name="connsiteY21" fmla="*/ 1686520 h 2180136"/>
              <a:gd name="connsiteX22" fmla="*/ 1524835 w 2607840"/>
              <a:gd name="connsiteY22" fmla="*/ 1474971 h 2180136"/>
              <a:gd name="connsiteX23" fmla="*/ 1184679 w 2607840"/>
              <a:gd name="connsiteY23" fmla="*/ 1674768 h 2180136"/>
              <a:gd name="connsiteX24" fmla="*/ 1184679 w 2607840"/>
              <a:gd name="connsiteY24" fmla="*/ 2091990 h 2180136"/>
              <a:gd name="connsiteX25" fmla="*/ 844524 w 2607840"/>
              <a:gd name="connsiteY25" fmla="*/ 2180136 h 2180136"/>
              <a:gd name="connsiteX26" fmla="*/ 633393 w 2607840"/>
              <a:gd name="connsiteY26" fmla="*/ 1815801 h 2180136"/>
              <a:gd name="connsiteX27" fmla="*/ 445721 w 2607840"/>
              <a:gd name="connsiteY27" fmla="*/ 1827553 h 2180136"/>
              <a:gd name="connsiteX28" fmla="*/ 433991 w 2607840"/>
              <a:gd name="connsiteY28" fmla="*/ 1827553 h 2180136"/>
              <a:gd name="connsiteX29" fmla="*/ 433991 w 2607840"/>
              <a:gd name="connsiteY29" fmla="*/ 1457342 h 2180136"/>
              <a:gd name="connsiteX30" fmla="*/ 404668 w 2607840"/>
              <a:gd name="connsiteY30" fmla="*/ 1492600 h 2180136"/>
              <a:gd name="connsiteX31" fmla="*/ 234590 w 2607840"/>
              <a:gd name="connsiteY31" fmla="*/ 1563116 h 2180136"/>
              <a:gd name="connsiteX32" fmla="*/ 64512 w 2607840"/>
              <a:gd name="connsiteY32" fmla="*/ 1492600 h 2180136"/>
              <a:gd name="connsiteX33" fmla="*/ 0 w 2607840"/>
              <a:gd name="connsiteY33" fmla="*/ 1328061 h 2180136"/>
              <a:gd name="connsiteX34" fmla="*/ 64512 w 2607840"/>
              <a:gd name="connsiteY34" fmla="*/ 1157646 h 2180136"/>
              <a:gd name="connsiteX35" fmla="*/ 234590 w 2607840"/>
              <a:gd name="connsiteY35" fmla="*/ 1087130 h 2180136"/>
              <a:gd name="connsiteX36" fmla="*/ 404668 w 2607840"/>
              <a:gd name="connsiteY36" fmla="*/ 1157646 h 2180136"/>
              <a:gd name="connsiteX37" fmla="*/ 433991 w 2607840"/>
              <a:gd name="connsiteY37" fmla="*/ 1192905 h 2180136"/>
              <a:gd name="connsiteX38" fmla="*/ 433991 w 2607840"/>
              <a:gd name="connsiteY38" fmla="*/ 916715 h 2180136"/>
              <a:gd name="connsiteX39" fmla="*/ 1084978 w 2607840"/>
              <a:gd name="connsiteY39" fmla="*/ 646402 h 2180136"/>
              <a:gd name="connsiteX40" fmla="*/ 1360622 w 2607840"/>
              <a:gd name="connsiteY40" fmla="*/ 0 h 218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07840" h="2180136">
                <a:moveTo>
                  <a:pt x="1360622" y="0"/>
                </a:moveTo>
                <a:cubicBezTo>
                  <a:pt x="1606941" y="0"/>
                  <a:pt x="1606941" y="0"/>
                  <a:pt x="1606941" y="0"/>
                </a:cubicBezTo>
                <a:cubicBezTo>
                  <a:pt x="1606941" y="0"/>
                  <a:pt x="1606941" y="5876"/>
                  <a:pt x="1606941" y="5876"/>
                </a:cubicBezTo>
                <a:cubicBezTo>
                  <a:pt x="1560023" y="52887"/>
                  <a:pt x="1536564" y="111651"/>
                  <a:pt x="1536564" y="176291"/>
                </a:cubicBezTo>
                <a:cubicBezTo>
                  <a:pt x="1536564" y="240931"/>
                  <a:pt x="1560023" y="299695"/>
                  <a:pt x="1606941" y="340830"/>
                </a:cubicBezTo>
                <a:cubicBezTo>
                  <a:pt x="1653859" y="387841"/>
                  <a:pt x="1706642" y="411346"/>
                  <a:pt x="1771154" y="411346"/>
                </a:cubicBezTo>
                <a:cubicBezTo>
                  <a:pt x="1841531" y="411346"/>
                  <a:pt x="1894314" y="387841"/>
                  <a:pt x="1941232" y="340830"/>
                </a:cubicBezTo>
                <a:cubicBezTo>
                  <a:pt x="1988150" y="299695"/>
                  <a:pt x="2011609" y="240931"/>
                  <a:pt x="2011609" y="176291"/>
                </a:cubicBezTo>
                <a:cubicBezTo>
                  <a:pt x="2011609" y="111651"/>
                  <a:pt x="1988150" y="52887"/>
                  <a:pt x="1941232" y="5876"/>
                </a:cubicBezTo>
                <a:cubicBezTo>
                  <a:pt x="1941232" y="5876"/>
                  <a:pt x="1935367" y="0"/>
                  <a:pt x="1935367" y="0"/>
                </a:cubicBezTo>
                <a:cubicBezTo>
                  <a:pt x="2275522" y="0"/>
                  <a:pt x="2275522" y="0"/>
                  <a:pt x="2275522" y="0"/>
                </a:cubicBezTo>
                <a:cubicBezTo>
                  <a:pt x="2275522" y="64640"/>
                  <a:pt x="2275522" y="129280"/>
                  <a:pt x="2269658" y="188044"/>
                </a:cubicBezTo>
                <a:cubicBezTo>
                  <a:pt x="2451465" y="287943"/>
                  <a:pt x="2542369" y="337892"/>
                  <a:pt x="2587821" y="362867"/>
                </a:cubicBezTo>
                <a:lnTo>
                  <a:pt x="2607840" y="373867"/>
                </a:lnTo>
                <a:lnTo>
                  <a:pt x="2607840" y="508748"/>
                </a:lnTo>
                <a:lnTo>
                  <a:pt x="2598817" y="551645"/>
                </a:lnTo>
                <a:cubicBezTo>
                  <a:pt x="2584888" y="605267"/>
                  <a:pt x="2568760" y="658155"/>
                  <a:pt x="2551166" y="711042"/>
                </a:cubicBezTo>
                <a:cubicBezTo>
                  <a:pt x="2123039" y="734547"/>
                  <a:pt x="2123039" y="734547"/>
                  <a:pt x="2123039" y="734547"/>
                </a:cubicBezTo>
                <a:cubicBezTo>
                  <a:pt x="2070256" y="852075"/>
                  <a:pt x="2005744" y="963726"/>
                  <a:pt x="1923637" y="1075377"/>
                </a:cubicBezTo>
                <a:cubicBezTo>
                  <a:pt x="2140633" y="1427960"/>
                  <a:pt x="2140633" y="1427960"/>
                  <a:pt x="2140633" y="1427960"/>
                </a:cubicBezTo>
                <a:cubicBezTo>
                  <a:pt x="2099580" y="1474971"/>
                  <a:pt x="2058527" y="1516105"/>
                  <a:pt x="2017473" y="1563116"/>
                </a:cubicBezTo>
                <a:cubicBezTo>
                  <a:pt x="1970555" y="1604251"/>
                  <a:pt x="1929502" y="1645386"/>
                  <a:pt x="1882584" y="1686520"/>
                </a:cubicBezTo>
                <a:cubicBezTo>
                  <a:pt x="1524835" y="1474971"/>
                  <a:pt x="1524835" y="1474971"/>
                  <a:pt x="1524835" y="1474971"/>
                </a:cubicBezTo>
                <a:cubicBezTo>
                  <a:pt x="1413404" y="1557240"/>
                  <a:pt x="1301974" y="1621880"/>
                  <a:pt x="1184679" y="1674768"/>
                </a:cubicBezTo>
                <a:cubicBezTo>
                  <a:pt x="1184679" y="2091990"/>
                  <a:pt x="1184679" y="2091990"/>
                  <a:pt x="1184679" y="2091990"/>
                </a:cubicBezTo>
                <a:cubicBezTo>
                  <a:pt x="1073249" y="2133125"/>
                  <a:pt x="961819" y="2162507"/>
                  <a:pt x="844524" y="2180136"/>
                </a:cubicBezTo>
                <a:cubicBezTo>
                  <a:pt x="633393" y="1815801"/>
                  <a:pt x="633393" y="1815801"/>
                  <a:pt x="633393" y="1815801"/>
                </a:cubicBezTo>
                <a:cubicBezTo>
                  <a:pt x="568881" y="1821677"/>
                  <a:pt x="504368" y="1827553"/>
                  <a:pt x="445721" y="1827553"/>
                </a:cubicBezTo>
                <a:cubicBezTo>
                  <a:pt x="439856" y="1827553"/>
                  <a:pt x="439856" y="1827553"/>
                  <a:pt x="433991" y="1827553"/>
                </a:cubicBezTo>
                <a:cubicBezTo>
                  <a:pt x="433991" y="1457342"/>
                  <a:pt x="433991" y="1457342"/>
                  <a:pt x="433991" y="1457342"/>
                </a:cubicBezTo>
                <a:cubicBezTo>
                  <a:pt x="428127" y="1469094"/>
                  <a:pt x="416397" y="1480847"/>
                  <a:pt x="404668" y="1492600"/>
                </a:cubicBezTo>
                <a:cubicBezTo>
                  <a:pt x="357750" y="1539611"/>
                  <a:pt x="299102" y="1563116"/>
                  <a:pt x="234590" y="1563116"/>
                </a:cubicBezTo>
                <a:cubicBezTo>
                  <a:pt x="170078" y="1563116"/>
                  <a:pt x="111430" y="1539611"/>
                  <a:pt x="64512" y="1492600"/>
                </a:cubicBezTo>
                <a:cubicBezTo>
                  <a:pt x="23459" y="1451465"/>
                  <a:pt x="0" y="1392701"/>
                  <a:pt x="0" y="1328061"/>
                </a:cubicBezTo>
                <a:cubicBezTo>
                  <a:pt x="0" y="1263421"/>
                  <a:pt x="23459" y="1204657"/>
                  <a:pt x="64512" y="1157646"/>
                </a:cubicBezTo>
                <a:cubicBezTo>
                  <a:pt x="111430" y="1110635"/>
                  <a:pt x="170078" y="1087130"/>
                  <a:pt x="234590" y="1087130"/>
                </a:cubicBezTo>
                <a:cubicBezTo>
                  <a:pt x="299102" y="1087130"/>
                  <a:pt x="357750" y="1110635"/>
                  <a:pt x="404668" y="1157646"/>
                </a:cubicBezTo>
                <a:cubicBezTo>
                  <a:pt x="416397" y="1169399"/>
                  <a:pt x="428127" y="1181152"/>
                  <a:pt x="433991" y="1192905"/>
                </a:cubicBezTo>
                <a:lnTo>
                  <a:pt x="433991" y="916715"/>
                </a:lnTo>
                <a:cubicBezTo>
                  <a:pt x="686176" y="916715"/>
                  <a:pt x="909036" y="828569"/>
                  <a:pt x="1084978" y="646402"/>
                </a:cubicBezTo>
                <a:cubicBezTo>
                  <a:pt x="1266786" y="470110"/>
                  <a:pt x="1354757" y="252684"/>
                  <a:pt x="1360622" y="0"/>
                </a:cubicBezTo>
                <a:close/>
              </a:path>
            </a:pathLst>
          </a:custGeom>
          <a:ln w="38100">
            <a:solidFill>
              <a:schemeClr val="bg1"/>
            </a:solidFill>
          </a:ln>
        </p:spPr>
      </p:pic>
      <p:pic>
        <p:nvPicPr>
          <p:cNvPr id="129" name="图片 128"/>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rcRect l="41103" t="6685" r="14271" b="2837"/>
          <a:stretch>
            <a:fillRect/>
          </a:stretch>
        </p:blipFill>
        <p:spPr>
          <a:xfrm>
            <a:off x="3713145" y="3758590"/>
            <a:ext cx="2180137" cy="2619399"/>
          </a:xfrm>
          <a:custGeom>
            <a:avLst/>
            <a:gdLst>
              <a:gd name="connsiteX0" fmla="*/ 808761 w 2180137"/>
              <a:gd name="connsiteY0" fmla="*/ 0 h 2619399"/>
              <a:gd name="connsiteX1" fmla="*/ 978717 w 2180137"/>
              <a:gd name="connsiteY1" fmla="*/ 70477 h 2619399"/>
              <a:gd name="connsiteX2" fmla="*/ 1049044 w 2180137"/>
              <a:gd name="connsiteY2" fmla="*/ 240797 h 2619399"/>
              <a:gd name="connsiteX3" fmla="*/ 978717 w 2180137"/>
              <a:gd name="connsiteY3" fmla="*/ 405243 h 2619399"/>
              <a:gd name="connsiteX4" fmla="*/ 925972 w 2180137"/>
              <a:gd name="connsiteY4" fmla="*/ 446355 h 2619399"/>
              <a:gd name="connsiteX5" fmla="*/ 1254165 w 2180137"/>
              <a:gd name="connsiteY5" fmla="*/ 446355 h 2619399"/>
              <a:gd name="connsiteX6" fmla="*/ 1523752 w 2180137"/>
              <a:gd name="connsiteY6" fmla="*/ 1092395 h 2619399"/>
              <a:gd name="connsiteX7" fmla="*/ 2180137 w 2180137"/>
              <a:gd name="connsiteY7" fmla="*/ 1362557 h 2619399"/>
              <a:gd name="connsiteX8" fmla="*/ 2180137 w 2180137"/>
              <a:gd name="connsiteY8" fmla="*/ 1638593 h 2619399"/>
              <a:gd name="connsiteX9" fmla="*/ 2150834 w 2180137"/>
              <a:gd name="connsiteY9" fmla="*/ 1603354 h 2619399"/>
              <a:gd name="connsiteX10" fmla="*/ 1980877 w 2180137"/>
              <a:gd name="connsiteY10" fmla="*/ 1532877 h 2619399"/>
              <a:gd name="connsiteX11" fmla="*/ 1810920 w 2180137"/>
              <a:gd name="connsiteY11" fmla="*/ 1603354 h 2619399"/>
              <a:gd name="connsiteX12" fmla="*/ 1746454 w 2180137"/>
              <a:gd name="connsiteY12" fmla="*/ 1773674 h 2619399"/>
              <a:gd name="connsiteX13" fmla="*/ 1810920 w 2180137"/>
              <a:gd name="connsiteY13" fmla="*/ 1938120 h 2619399"/>
              <a:gd name="connsiteX14" fmla="*/ 1980877 w 2180137"/>
              <a:gd name="connsiteY14" fmla="*/ 2008597 h 2619399"/>
              <a:gd name="connsiteX15" fmla="*/ 2150834 w 2180137"/>
              <a:gd name="connsiteY15" fmla="*/ 1938120 h 2619399"/>
              <a:gd name="connsiteX16" fmla="*/ 2180137 w 2180137"/>
              <a:gd name="connsiteY16" fmla="*/ 1902882 h 2619399"/>
              <a:gd name="connsiteX17" fmla="*/ 2180137 w 2180137"/>
              <a:gd name="connsiteY17" fmla="*/ 2272887 h 2619399"/>
              <a:gd name="connsiteX18" fmla="*/ 1992598 w 2180137"/>
              <a:gd name="connsiteY18" fmla="*/ 2261140 h 2619399"/>
              <a:gd name="connsiteX19" fmla="*/ 1769896 w 2180137"/>
              <a:gd name="connsiteY19" fmla="*/ 2619399 h 2619399"/>
              <a:gd name="connsiteX20" fmla="*/ 1418261 w 2180137"/>
              <a:gd name="connsiteY20" fmla="*/ 2525430 h 2619399"/>
              <a:gd name="connsiteX21" fmla="*/ 1447564 w 2180137"/>
              <a:gd name="connsiteY21" fmla="*/ 2120186 h 2619399"/>
              <a:gd name="connsiteX22" fmla="*/ 1078347 w 2180137"/>
              <a:gd name="connsiteY22" fmla="*/ 1897009 h 2619399"/>
              <a:gd name="connsiteX23" fmla="*/ 756015 w 2180137"/>
              <a:gd name="connsiteY23" fmla="*/ 2131932 h 2619399"/>
              <a:gd name="connsiteX24" fmla="*/ 621222 w 2180137"/>
              <a:gd name="connsiteY24" fmla="*/ 2008597 h 2619399"/>
              <a:gd name="connsiteX25" fmla="*/ 480568 w 2180137"/>
              <a:gd name="connsiteY25" fmla="*/ 1855897 h 2619399"/>
              <a:gd name="connsiteX26" fmla="*/ 691549 w 2180137"/>
              <a:gd name="connsiteY26" fmla="*/ 1491765 h 2619399"/>
              <a:gd name="connsiteX27" fmla="*/ 504010 w 2180137"/>
              <a:gd name="connsiteY27" fmla="*/ 1168745 h 2619399"/>
              <a:gd name="connsiteX28" fmla="*/ 87909 w 2180137"/>
              <a:gd name="connsiteY28" fmla="*/ 1168745 h 2619399"/>
              <a:gd name="connsiteX29" fmla="*/ 0 w 2180137"/>
              <a:gd name="connsiteY29" fmla="*/ 828106 h 2619399"/>
              <a:gd name="connsiteX30" fmla="*/ 363356 w 2180137"/>
              <a:gd name="connsiteY30" fmla="*/ 610802 h 2619399"/>
              <a:gd name="connsiteX31" fmla="*/ 357496 w 2180137"/>
              <a:gd name="connsiteY31" fmla="*/ 493340 h 2619399"/>
              <a:gd name="connsiteX32" fmla="*/ 357496 w 2180137"/>
              <a:gd name="connsiteY32" fmla="*/ 446355 h 2619399"/>
              <a:gd name="connsiteX33" fmla="*/ 691549 w 2180137"/>
              <a:gd name="connsiteY33" fmla="*/ 446355 h 2619399"/>
              <a:gd name="connsiteX34" fmla="*/ 638804 w 2180137"/>
              <a:gd name="connsiteY34" fmla="*/ 405243 h 2619399"/>
              <a:gd name="connsiteX35" fmla="*/ 568477 w 2180137"/>
              <a:gd name="connsiteY35" fmla="*/ 240797 h 2619399"/>
              <a:gd name="connsiteX36" fmla="*/ 638804 w 2180137"/>
              <a:gd name="connsiteY36" fmla="*/ 70477 h 2619399"/>
              <a:gd name="connsiteX37" fmla="*/ 808761 w 2180137"/>
              <a:gd name="connsiteY37" fmla="*/ 0 h 2619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80137" h="2619399">
                <a:moveTo>
                  <a:pt x="808761" y="0"/>
                </a:moveTo>
                <a:cubicBezTo>
                  <a:pt x="873227" y="0"/>
                  <a:pt x="931833" y="23492"/>
                  <a:pt x="978717" y="70477"/>
                </a:cubicBezTo>
                <a:cubicBezTo>
                  <a:pt x="1025602" y="117462"/>
                  <a:pt x="1049044" y="170320"/>
                  <a:pt x="1049044" y="240797"/>
                </a:cubicBezTo>
                <a:cubicBezTo>
                  <a:pt x="1049044" y="305401"/>
                  <a:pt x="1025602" y="358259"/>
                  <a:pt x="978717" y="405243"/>
                </a:cubicBezTo>
                <a:cubicBezTo>
                  <a:pt x="961136" y="422863"/>
                  <a:pt x="943554" y="434609"/>
                  <a:pt x="925972" y="446355"/>
                </a:cubicBezTo>
                <a:cubicBezTo>
                  <a:pt x="1254165" y="446355"/>
                  <a:pt x="1254165" y="446355"/>
                  <a:pt x="1254165" y="446355"/>
                </a:cubicBezTo>
                <a:cubicBezTo>
                  <a:pt x="1254165" y="698898"/>
                  <a:pt x="1342074" y="916202"/>
                  <a:pt x="1523752" y="1092395"/>
                </a:cubicBezTo>
                <a:cubicBezTo>
                  <a:pt x="1705430" y="1274461"/>
                  <a:pt x="1922271" y="1362557"/>
                  <a:pt x="2180137" y="1362557"/>
                </a:cubicBezTo>
                <a:cubicBezTo>
                  <a:pt x="2180137" y="1638593"/>
                  <a:pt x="2180137" y="1638593"/>
                  <a:pt x="2180137" y="1638593"/>
                </a:cubicBezTo>
                <a:cubicBezTo>
                  <a:pt x="2174276" y="1626846"/>
                  <a:pt x="2162555" y="1615100"/>
                  <a:pt x="2150834" y="1603354"/>
                </a:cubicBezTo>
                <a:cubicBezTo>
                  <a:pt x="2103949" y="1556369"/>
                  <a:pt x="2045344" y="1532877"/>
                  <a:pt x="1980877" y="1532877"/>
                </a:cubicBezTo>
                <a:cubicBezTo>
                  <a:pt x="1916411" y="1532877"/>
                  <a:pt x="1857805" y="1556369"/>
                  <a:pt x="1810920" y="1603354"/>
                </a:cubicBezTo>
                <a:cubicBezTo>
                  <a:pt x="1769896" y="1650339"/>
                  <a:pt x="1746454" y="1709070"/>
                  <a:pt x="1746454" y="1773674"/>
                </a:cubicBezTo>
                <a:cubicBezTo>
                  <a:pt x="1746454" y="1838278"/>
                  <a:pt x="1769896" y="1897009"/>
                  <a:pt x="1810920" y="1938120"/>
                </a:cubicBezTo>
                <a:cubicBezTo>
                  <a:pt x="1857805" y="1985105"/>
                  <a:pt x="1916411" y="2008597"/>
                  <a:pt x="1980877" y="2008597"/>
                </a:cubicBezTo>
                <a:cubicBezTo>
                  <a:pt x="2045344" y="2008597"/>
                  <a:pt x="2103949" y="1985105"/>
                  <a:pt x="2150834" y="1938120"/>
                </a:cubicBezTo>
                <a:cubicBezTo>
                  <a:pt x="2162555" y="1926374"/>
                  <a:pt x="2174276" y="1914628"/>
                  <a:pt x="2180137" y="1902882"/>
                </a:cubicBezTo>
                <a:cubicBezTo>
                  <a:pt x="2180137" y="2272887"/>
                  <a:pt x="2180137" y="2272887"/>
                  <a:pt x="2180137" y="2272887"/>
                </a:cubicBezTo>
                <a:cubicBezTo>
                  <a:pt x="2115671" y="2272887"/>
                  <a:pt x="2057065" y="2267013"/>
                  <a:pt x="1992598" y="2261140"/>
                </a:cubicBezTo>
                <a:cubicBezTo>
                  <a:pt x="1769896" y="2619399"/>
                  <a:pt x="1769896" y="2619399"/>
                  <a:pt x="1769896" y="2619399"/>
                </a:cubicBezTo>
                <a:cubicBezTo>
                  <a:pt x="1646824" y="2601780"/>
                  <a:pt x="1529612" y="2566541"/>
                  <a:pt x="1418261" y="2525430"/>
                </a:cubicBezTo>
                <a:cubicBezTo>
                  <a:pt x="1447564" y="2120186"/>
                  <a:pt x="1447564" y="2120186"/>
                  <a:pt x="1447564" y="2120186"/>
                </a:cubicBezTo>
                <a:cubicBezTo>
                  <a:pt x="1318631" y="2061455"/>
                  <a:pt x="1195559" y="1985105"/>
                  <a:pt x="1078347" y="1897009"/>
                </a:cubicBezTo>
                <a:cubicBezTo>
                  <a:pt x="756015" y="2131932"/>
                  <a:pt x="756015" y="2131932"/>
                  <a:pt x="756015" y="2131932"/>
                </a:cubicBezTo>
                <a:cubicBezTo>
                  <a:pt x="709131" y="2090821"/>
                  <a:pt x="662246" y="2049709"/>
                  <a:pt x="621222" y="2008597"/>
                </a:cubicBezTo>
                <a:cubicBezTo>
                  <a:pt x="568477" y="1955740"/>
                  <a:pt x="521592" y="1908755"/>
                  <a:pt x="480568" y="1855897"/>
                </a:cubicBezTo>
                <a:cubicBezTo>
                  <a:pt x="691549" y="1491765"/>
                  <a:pt x="691549" y="1491765"/>
                  <a:pt x="691549" y="1491765"/>
                </a:cubicBezTo>
                <a:cubicBezTo>
                  <a:pt x="615361" y="1391923"/>
                  <a:pt x="556755" y="1286207"/>
                  <a:pt x="504010" y="1168745"/>
                </a:cubicBezTo>
                <a:cubicBezTo>
                  <a:pt x="87909" y="1168745"/>
                  <a:pt x="87909" y="1168745"/>
                  <a:pt x="87909" y="1168745"/>
                </a:cubicBezTo>
                <a:cubicBezTo>
                  <a:pt x="46885" y="1057157"/>
                  <a:pt x="23442" y="945568"/>
                  <a:pt x="0" y="828106"/>
                </a:cubicBezTo>
                <a:cubicBezTo>
                  <a:pt x="363356" y="610802"/>
                  <a:pt x="363356" y="610802"/>
                  <a:pt x="363356" y="610802"/>
                </a:cubicBezTo>
                <a:cubicBezTo>
                  <a:pt x="363356" y="575563"/>
                  <a:pt x="357496" y="534451"/>
                  <a:pt x="357496" y="493340"/>
                </a:cubicBezTo>
                <a:cubicBezTo>
                  <a:pt x="357496" y="481594"/>
                  <a:pt x="357496" y="463974"/>
                  <a:pt x="357496" y="446355"/>
                </a:cubicBezTo>
                <a:cubicBezTo>
                  <a:pt x="691549" y="446355"/>
                  <a:pt x="691549" y="446355"/>
                  <a:pt x="691549" y="446355"/>
                </a:cubicBezTo>
                <a:cubicBezTo>
                  <a:pt x="673967" y="434609"/>
                  <a:pt x="656385" y="422863"/>
                  <a:pt x="638804" y="405243"/>
                </a:cubicBezTo>
                <a:cubicBezTo>
                  <a:pt x="591919" y="358259"/>
                  <a:pt x="568477" y="305401"/>
                  <a:pt x="568477" y="240797"/>
                </a:cubicBezTo>
                <a:cubicBezTo>
                  <a:pt x="568477" y="170320"/>
                  <a:pt x="591919" y="117462"/>
                  <a:pt x="638804" y="70477"/>
                </a:cubicBezTo>
                <a:cubicBezTo>
                  <a:pt x="685688" y="23492"/>
                  <a:pt x="744294" y="0"/>
                  <a:pt x="808761" y="0"/>
                </a:cubicBezTo>
                <a:close/>
              </a:path>
            </a:pathLst>
          </a:custGeom>
          <a:ln w="38100">
            <a:solidFill>
              <a:schemeClr val="bg1"/>
            </a:solidFill>
          </a:ln>
        </p:spPr>
      </p:pic>
      <p:pic>
        <p:nvPicPr>
          <p:cNvPr id="126" name="图片 125"/>
          <p:cNvPicPr>
            <a:picLocks noChangeAspect="1"/>
          </p:cNvPicPr>
          <p:nvPr/>
        </p:nvPicPr>
        <p:blipFill>
          <a:blip r:embed="rId5" cstate="print">
            <a:extLst>
              <a:ext uri="{28A0092B-C50C-407E-A947-70E740481C1C}">
                <a14:useLocalDpi xmlns:a14="http://schemas.microsoft.com/office/drawing/2010/main" val="0"/>
              </a:ext>
            </a:extLst>
          </a:blip>
          <a:srcRect l="2039" t="6420" r="11210" b="30989"/>
          <a:stretch>
            <a:fillRect/>
          </a:stretch>
        </p:blipFill>
        <p:spPr>
          <a:xfrm>
            <a:off x="5893278" y="1996911"/>
            <a:ext cx="2191696" cy="2619399"/>
          </a:xfrm>
          <a:custGeom>
            <a:avLst/>
            <a:gdLst>
              <a:gd name="connsiteX0" fmla="*/ 392630 w 2191696"/>
              <a:gd name="connsiteY0" fmla="*/ 0 h 2619399"/>
              <a:gd name="connsiteX1" fmla="*/ 738379 w 2191696"/>
              <a:gd name="connsiteY1" fmla="*/ 88096 h 2619399"/>
              <a:gd name="connsiteX2" fmla="*/ 738379 w 2191696"/>
              <a:gd name="connsiteY2" fmla="*/ 505086 h 2619399"/>
              <a:gd name="connsiteX3" fmla="*/ 1089988 w 2191696"/>
              <a:gd name="connsiteY3" fmla="*/ 704771 h 2619399"/>
              <a:gd name="connsiteX4" fmla="*/ 1441597 w 2191696"/>
              <a:gd name="connsiteY4" fmla="*/ 493340 h 2619399"/>
              <a:gd name="connsiteX5" fmla="*/ 1582240 w 2191696"/>
              <a:gd name="connsiteY5" fmla="*/ 622548 h 2619399"/>
              <a:gd name="connsiteX6" fmla="*/ 1687723 w 2191696"/>
              <a:gd name="connsiteY6" fmla="*/ 740010 h 2619399"/>
              <a:gd name="connsiteX7" fmla="*/ 1476758 w 2191696"/>
              <a:gd name="connsiteY7" fmla="*/ 1092395 h 2619399"/>
              <a:gd name="connsiteX8" fmla="*/ 1687723 w 2191696"/>
              <a:gd name="connsiteY8" fmla="*/ 1433034 h 2619399"/>
              <a:gd name="connsiteX9" fmla="*/ 2103794 w 2191696"/>
              <a:gd name="connsiteY9" fmla="*/ 1433034 h 2619399"/>
              <a:gd name="connsiteX10" fmla="*/ 2191696 w 2191696"/>
              <a:gd name="connsiteY10" fmla="*/ 1767801 h 2619399"/>
              <a:gd name="connsiteX11" fmla="*/ 1834227 w 2191696"/>
              <a:gd name="connsiteY11" fmla="*/ 2002724 h 2619399"/>
              <a:gd name="connsiteX12" fmla="*/ 1840087 w 2191696"/>
              <a:gd name="connsiteY12" fmla="*/ 2196536 h 2619399"/>
              <a:gd name="connsiteX13" fmla="*/ 1840087 w 2191696"/>
              <a:gd name="connsiteY13" fmla="*/ 2208283 h 2619399"/>
              <a:gd name="connsiteX14" fmla="*/ 1500198 w 2191696"/>
              <a:gd name="connsiteY14" fmla="*/ 2208283 h 2619399"/>
              <a:gd name="connsiteX15" fmla="*/ 1506058 w 2191696"/>
              <a:gd name="connsiteY15" fmla="*/ 2214156 h 2619399"/>
              <a:gd name="connsiteX16" fmla="*/ 1576380 w 2191696"/>
              <a:gd name="connsiteY16" fmla="*/ 2384475 h 2619399"/>
              <a:gd name="connsiteX17" fmla="*/ 1506058 w 2191696"/>
              <a:gd name="connsiteY17" fmla="*/ 2548922 h 2619399"/>
              <a:gd name="connsiteX18" fmla="*/ 1336114 w 2191696"/>
              <a:gd name="connsiteY18" fmla="*/ 2619399 h 2619399"/>
              <a:gd name="connsiteX19" fmla="*/ 1172030 w 2191696"/>
              <a:gd name="connsiteY19" fmla="*/ 2548922 h 2619399"/>
              <a:gd name="connsiteX20" fmla="*/ 1101708 w 2191696"/>
              <a:gd name="connsiteY20" fmla="*/ 2384475 h 2619399"/>
              <a:gd name="connsiteX21" fmla="*/ 1172030 w 2191696"/>
              <a:gd name="connsiteY21" fmla="*/ 2214156 h 2619399"/>
              <a:gd name="connsiteX22" fmla="*/ 1172030 w 2191696"/>
              <a:gd name="connsiteY22" fmla="*/ 2208283 h 2619399"/>
              <a:gd name="connsiteX23" fmla="*/ 925904 w 2191696"/>
              <a:gd name="connsiteY23" fmla="*/ 2208283 h 2619399"/>
              <a:gd name="connsiteX24" fmla="*/ 925904 w 2191696"/>
              <a:gd name="connsiteY24" fmla="*/ 2196536 h 2619399"/>
              <a:gd name="connsiteX25" fmla="*/ 650477 w 2191696"/>
              <a:gd name="connsiteY25" fmla="*/ 1544623 h 2619399"/>
              <a:gd name="connsiteX26" fmla="*/ 0 w 2191696"/>
              <a:gd name="connsiteY26" fmla="*/ 1268588 h 2619399"/>
              <a:gd name="connsiteX27" fmla="*/ 0 w 2191696"/>
              <a:gd name="connsiteY27" fmla="*/ 1004299 h 2619399"/>
              <a:gd name="connsiteX28" fmla="*/ 17580 w 2191696"/>
              <a:gd name="connsiteY28" fmla="*/ 1027791 h 2619399"/>
              <a:gd name="connsiteX29" fmla="*/ 187525 w 2191696"/>
              <a:gd name="connsiteY29" fmla="*/ 1098268 h 2619399"/>
              <a:gd name="connsiteX30" fmla="*/ 357469 w 2191696"/>
              <a:gd name="connsiteY30" fmla="*/ 1027791 h 2619399"/>
              <a:gd name="connsiteX31" fmla="*/ 427791 w 2191696"/>
              <a:gd name="connsiteY31" fmla="*/ 857471 h 2619399"/>
              <a:gd name="connsiteX32" fmla="*/ 357469 w 2191696"/>
              <a:gd name="connsiteY32" fmla="*/ 693025 h 2619399"/>
              <a:gd name="connsiteX33" fmla="*/ 187525 w 2191696"/>
              <a:gd name="connsiteY33" fmla="*/ 622548 h 2619399"/>
              <a:gd name="connsiteX34" fmla="*/ 17580 w 2191696"/>
              <a:gd name="connsiteY34" fmla="*/ 693025 h 2619399"/>
              <a:gd name="connsiteX35" fmla="*/ 0 w 2191696"/>
              <a:gd name="connsiteY35" fmla="*/ 716517 h 2619399"/>
              <a:gd name="connsiteX36" fmla="*/ 0 w 2191696"/>
              <a:gd name="connsiteY36" fmla="*/ 358259 h 2619399"/>
              <a:gd name="connsiteX37" fmla="*/ 11720 w 2191696"/>
              <a:gd name="connsiteY37" fmla="*/ 358259 h 2619399"/>
              <a:gd name="connsiteX38" fmla="*/ 187525 w 2191696"/>
              <a:gd name="connsiteY38" fmla="*/ 364132 h 2619399"/>
              <a:gd name="connsiteX39" fmla="*/ 392630 w 2191696"/>
              <a:gd name="connsiteY39" fmla="*/ 0 h 2619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191696" h="2619399">
                <a:moveTo>
                  <a:pt x="392630" y="0"/>
                </a:moveTo>
                <a:cubicBezTo>
                  <a:pt x="509833" y="23492"/>
                  <a:pt x="627036" y="46985"/>
                  <a:pt x="738379" y="88096"/>
                </a:cubicBezTo>
                <a:cubicBezTo>
                  <a:pt x="738379" y="505086"/>
                  <a:pt x="738379" y="505086"/>
                  <a:pt x="738379" y="505086"/>
                </a:cubicBezTo>
                <a:cubicBezTo>
                  <a:pt x="861442" y="557944"/>
                  <a:pt x="978645" y="622548"/>
                  <a:pt x="1089988" y="704771"/>
                </a:cubicBezTo>
                <a:cubicBezTo>
                  <a:pt x="1441597" y="493340"/>
                  <a:pt x="1441597" y="493340"/>
                  <a:pt x="1441597" y="493340"/>
                </a:cubicBezTo>
                <a:cubicBezTo>
                  <a:pt x="1488478" y="534451"/>
                  <a:pt x="1535359" y="575563"/>
                  <a:pt x="1582240" y="622548"/>
                </a:cubicBezTo>
                <a:cubicBezTo>
                  <a:pt x="1617401" y="663659"/>
                  <a:pt x="1652562" y="698898"/>
                  <a:pt x="1687723" y="740010"/>
                </a:cubicBezTo>
                <a:cubicBezTo>
                  <a:pt x="1476758" y="1092395"/>
                  <a:pt x="1476758" y="1092395"/>
                  <a:pt x="1476758" y="1092395"/>
                </a:cubicBezTo>
                <a:cubicBezTo>
                  <a:pt x="1558800" y="1198111"/>
                  <a:pt x="1629122" y="1315573"/>
                  <a:pt x="1687723" y="1433034"/>
                </a:cubicBezTo>
                <a:cubicBezTo>
                  <a:pt x="2103794" y="1433034"/>
                  <a:pt x="2103794" y="1433034"/>
                  <a:pt x="2103794" y="1433034"/>
                </a:cubicBezTo>
                <a:cubicBezTo>
                  <a:pt x="2138955" y="1544623"/>
                  <a:pt x="2168255" y="1656212"/>
                  <a:pt x="2191696" y="1767801"/>
                </a:cubicBezTo>
                <a:cubicBezTo>
                  <a:pt x="1834227" y="2002724"/>
                  <a:pt x="1834227" y="2002724"/>
                  <a:pt x="1834227" y="2002724"/>
                </a:cubicBezTo>
                <a:cubicBezTo>
                  <a:pt x="1840087" y="2067328"/>
                  <a:pt x="1840087" y="2131932"/>
                  <a:pt x="1840087" y="2196536"/>
                </a:cubicBezTo>
                <a:cubicBezTo>
                  <a:pt x="1840087" y="2202409"/>
                  <a:pt x="1840087" y="2202409"/>
                  <a:pt x="1840087" y="2208283"/>
                </a:cubicBezTo>
                <a:cubicBezTo>
                  <a:pt x="1500198" y="2208283"/>
                  <a:pt x="1500198" y="2208283"/>
                  <a:pt x="1500198" y="2208283"/>
                </a:cubicBezTo>
                <a:cubicBezTo>
                  <a:pt x="1500198" y="2208283"/>
                  <a:pt x="1506058" y="2214156"/>
                  <a:pt x="1506058" y="2214156"/>
                </a:cubicBezTo>
                <a:cubicBezTo>
                  <a:pt x="1552940" y="2261140"/>
                  <a:pt x="1576380" y="2319871"/>
                  <a:pt x="1576380" y="2384475"/>
                </a:cubicBezTo>
                <a:cubicBezTo>
                  <a:pt x="1576380" y="2449079"/>
                  <a:pt x="1552940" y="2507810"/>
                  <a:pt x="1506058" y="2548922"/>
                </a:cubicBezTo>
                <a:cubicBezTo>
                  <a:pt x="1459177" y="2595907"/>
                  <a:pt x="1406436" y="2619399"/>
                  <a:pt x="1336114" y="2619399"/>
                </a:cubicBezTo>
                <a:cubicBezTo>
                  <a:pt x="1271652" y="2619399"/>
                  <a:pt x="1218911" y="2595907"/>
                  <a:pt x="1172030" y="2548922"/>
                </a:cubicBezTo>
                <a:cubicBezTo>
                  <a:pt x="1125149" y="2507810"/>
                  <a:pt x="1101708" y="2449079"/>
                  <a:pt x="1101708" y="2384475"/>
                </a:cubicBezTo>
                <a:cubicBezTo>
                  <a:pt x="1101708" y="2319871"/>
                  <a:pt x="1125149" y="2261140"/>
                  <a:pt x="1172030" y="2214156"/>
                </a:cubicBezTo>
                <a:cubicBezTo>
                  <a:pt x="1172030" y="2214156"/>
                  <a:pt x="1172030" y="2208283"/>
                  <a:pt x="1172030" y="2208283"/>
                </a:cubicBezTo>
                <a:cubicBezTo>
                  <a:pt x="925904" y="2208283"/>
                  <a:pt x="925904" y="2208283"/>
                  <a:pt x="925904" y="2208283"/>
                </a:cubicBezTo>
                <a:cubicBezTo>
                  <a:pt x="925904" y="2208283"/>
                  <a:pt x="925904" y="2202409"/>
                  <a:pt x="925904" y="2196536"/>
                </a:cubicBezTo>
                <a:cubicBezTo>
                  <a:pt x="925904" y="1943993"/>
                  <a:pt x="832141" y="1720816"/>
                  <a:pt x="650477" y="1544623"/>
                </a:cubicBezTo>
                <a:cubicBezTo>
                  <a:pt x="474672" y="1362557"/>
                  <a:pt x="251986" y="1268588"/>
                  <a:pt x="0" y="1268588"/>
                </a:cubicBezTo>
                <a:cubicBezTo>
                  <a:pt x="0" y="1004299"/>
                  <a:pt x="0" y="1004299"/>
                  <a:pt x="0" y="1004299"/>
                </a:cubicBezTo>
                <a:cubicBezTo>
                  <a:pt x="5860" y="1016045"/>
                  <a:pt x="11720" y="1021918"/>
                  <a:pt x="17580" y="1027791"/>
                </a:cubicBezTo>
                <a:cubicBezTo>
                  <a:pt x="64462" y="1074776"/>
                  <a:pt x="123063" y="1098268"/>
                  <a:pt x="187525" y="1098268"/>
                </a:cubicBezTo>
                <a:cubicBezTo>
                  <a:pt x="251986" y="1098268"/>
                  <a:pt x="310588" y="1074776"/>
                  <a:pt x="357469" y="1027791"/>
                </a:cubicBezTo>
                <a:cubicBezTo>
                  <a:pt x="404350" y="980806"/>
                  <a:pt x="427791" y="927949"/>
                  <a:pt x="427791" y="857471"/>
                </a:cubicBezTo>
                <a:cubicBezTo>
                  <a:pt x="427791" y="792867"/>
                  <a:pt x="404350" y="740010"/>
                  <a:pt x="357469" y="693025"/>
                </a:cubicBezTo>
                <a:cubicBezTo>
                  <a:pt x="310588" y="646040"/>
                  <a:pt x="251986" y="622548"/>
                  <a:pt x="187525" y="622548"/>
                </a:cubicBezTo>
                <a:cubicBezTo>
                  <a:pt x="123063" y="622548"/>
                  <a:pt x="64462" y="646040"/>
                  <a:pt x="17580" y="693025"/>
                </a:cubicBezTo>
                <a:cubicBezTo>
                  <a:pt x="11720" y="698898"/>
                  <a:pt x="5860" y="704771"/>
                  <a:pt x="0" y="716517"/>
                </a:cubicBezTo>
                <a:cubicBezTo>
                  <a:pt x="0" y="358259"/>
                  <a:pt x="0" y="358259"/>
                  <a:pt x="0" y="358259"/>
                </a:cubicBezTo>
                <a:cubicBezTo>
                  <a:pt x="5860" y="358259"/>
                  <a:pt x="5860" y="358259"/>
                  <a:pt x="11720" y="358259"/>
                </a:cubicBezTo>
                <a:cubicBezTo>
                  <a:pt x="70322" y="358259"/>
                  <a:pt x="128923" y="358259"/>
                  <a:pt x="187525" y="364132"/>
                </a:cubicBezTo>
                <a:cubicBezTo>
                  <a:pt x="392630" y="0"/>
                  <a:pt x="392630" y="0"/>
                  <a:pt x="392630" y="0"/>
                </a:cubicBezTo>
                <a:close/>
              </a:path>
            </a:pathLst>
          </a:custGeom>
          <a:ln w="38100">
            <a:solidFill>
              <a:schemeClr val="bg1"/>
            </a:solidFill>
          </a:ln>
        </p:spPr>
      </p:pic>
      <p:pic>
        <p:nvPicPr>
          <p:cNvPr id="123" name="图片 122"/>
          <p:cNvPicPr>
            <a:picLocks noChangeAspect="1"/>
          </p:cNvPicPr>
          <p:nvPr/>
        </p:nvPicPr>
        <p:blipFill>
          <a:blip r:embed="rId6" cstate="print">
            <a:extLst>
              <a:ext uri="{BEBA8EAE-BF5A-486C-A8C5-ECC9F3942E4B}">
                <a14:imgProps xmlns:a14="http://schemas.microsoft.com/office/drawing/2010/main">
                  <a14:imgLayer r:embed="rId7">
                    <a14:imgEffect>
                      <a14:saturation sat="150000"/>
                    </a14:imgEffect>
                  </a14:imgLayer>
                </a14:imgProps>
              </a:ext>
              <a:ext uri="{28A0092B-C50C-407E-A947-70E740481C1C}">
                <a14:useLocalDpi xmlns:a14="http://schemas.microsoft.com/office/drawing/2010/main" val="0"/>
              </a:ext>
            </a:extLst>
          </a:blip>
          <a:srcRect t="30992" r="346" b="20466"/>
          <a:stretch>
            <a:fillRect/>
          </a:stretch>
        </p:blipFill>
        <p:spPr>
          <a:xfrm>
            <a:off x="3779410" y="2003847"/>
            <a:ext cx="2541575" cy="2200942"/>
          </a:xfrm>
          <a:custGeom>
            <a:avLst/>
            <a:gdLst>
              <a:gd name="connsiteX0" fmla="*/ 1709410 w 2541575"/>
              <a:gd name="connsiteY0" fmla="*/ 0 h 2200942"/>
              <a:gd name="connsiteX1" fmla="*/ 1920382 w 2541575"/>
              <a:gd name="connsiteY1" fmla="*/ 363889 h 2200942"/>
              <a:gd name="connsiteX2" fmla="*/ 2113772 w 2541575"/>
              <a:gd name="connsiteY2" fmla="*/ 352151 h 2200942"/>
              <a:gd name="connsiteX3" fmla="*/ 2113772 w 2541575"/>
              <a:gd name="connsiteY3" fmla="*/ 710171 h 2200942"/>
              <a:gd name="connsiteX4" fmla="*/ 2131353 w 2541575"/>
              <a:gd name="connsiteY4" fmla="*/ 686694 h 2200942"/>
              <a:gd name="connsiteX5" fmla="*/ 2301302 w 2541575"/>
              <a:gd name="connsiteY5" fmla="*/ 616264 h 2200942"/>
              <a:gd name="connsiteX6" fmla="*/ 2471251 w 2541575"/>
              <a:gd name="connsiteY6" fmla="*/ 686694 h 2200942"/>
              <a:gd name="connsiteX7" fmla="*/ 2541575 w 2541575"/>
              <a:gd name="connsiteY7" fmla="*/ 851031 h 2200942"/>
              <a:gd name="connsiteX8" fmla="*/ 2471251 w 2541575"/>
              <a:gd name="connsiteY8" fmla="*/ 1021237 h 2200942"/>
              <a:gd name="connsiteX9" fmla="*/ 2301302 w 2541575"/>
              <a:gd name="connsiteY9" fmla="*/ 1091667 h 2200942"/>
              <a:gd name="connsiteX10" fmla="*/ 2131353 w 2541575"/>
              <a:gd name="connsiteY10" fmla="*/ 1021237 h 2200942"/>
              <a:gd name="connsiteX11" fmla="*/ 2113772 w 2541575"/>
              <a:gd name="connsiteY11" fmla="*/ 997760 h 2200942"/>
              <a:gd name="connsiteX12" fmla="*/ 2113772 w 2541575"/>
              <a:gd name="connsiteY12" fmla="*/ 1261873 h 2200942"/>
              <a:gd name="connsiteX13" fmla="*/ 1457417 w 2541575"/>
              <a:gd name="connsiteY13" fmla="*/ 1537725 h 2200942"/>
              <a:gd name="connsiteX14" fmla="*/ 1187842 w 2541575"/>
              <a:gd name="connsiteY14" fmla="*/ 2189204 h 2200942"/>
              <a:gd name="connsiteX15" fmla="*/ 1187842 w 2541575"/>
              <a:gd name="connsiteY15" fmla="*/ 2200942 h 2200942"/>
              <a:gd name="connsiteX16" fmla="*/ 859665 w 2541575"/>
              <a:gd name="connsiteY16" fmla="*/ 2200942 h 2200942"/>
              <a:gd name="connsiteX17" fmla="*/ 912408 w 2541575"/>
              <a:gd name="connsiteY17" fmla="*/ 2159858 h 2200942"/>
              <a:gd name="connsiteX18" fmla="*/ 982731 w 2541575"/>
              <a:gd name="connsiteY18" fmla="*/ 1995521 h 2200942"/>
              <a:gd name="connsiteX19" fmla="*/ 912408 w 2541575"/>
              <a:gd name="connsiteY19" fmla="*/ 1825315 h 2200942"/>
              <a:gd name="connsiteX20" fmla="*/ 742458 w 2541575"/>
              <a:gd name="connsiteY20" fmla="*/ 1754884 h 2200942"/>
              <a:gd name="connsiteX21" fmla="*/ 572509 w 2541575"/>
              <a:gd name="connsiteY21" fmla="*/ 1825315 h 2200942"/>
              <a:gd name="connsiteX22" fmla="*/ 502186 w 2541575"/>
              <a:gd name="connsiteY22" fmla="*/ 1995521 h 2200942"/>
              <a:gd name="connsiteX23" fmla="*/ 572509 w 2541575"/>
              <a:gd name="connsiteY23" fmla="*/ 2159858 h 2200942"/>
              <a:gd name="connsiteX24" fmla="*/ 625252 w 2541575"/>
              <a:gd name="connsiteY24" fmla="*/ 2200942 h 2200942"/>
              <a:gd name="connsiteX25" fmla="*/ 291214 w 2541575"/>
              <a:gd name="connsiteY25" fmla="*/ 2200942 h 2200942"/>
              <a:gd name="connsiteX26" fmla="*/ 291214 w 2541575"/>
              <a:gd name="connsiteY26" fmla="*/ 2189204 h 2200942"/>
              <a:gd name="connsiteX27" fmla="*/ 291214 w 2541575"/>
              <a:gd name="connsiteY27" fmla="*/ 2153989 h 2200942"/>
              <a:gd name="connsiteX28" fmla="*/ 297075 w 2541575"/>
              <a:gd name="connsiteY28" fmla="*/ 2007259 h 2200942"/>
              <a:gd name="connsiteX29" fmla="*/ 22441 w 2541575"/>
              <a:gd name="connsiteY29" fmla="*/ 1851990 h 2200942"/>
              <a:gd name="connsiteX30" fmla="*/ 0 w 2541575"/>
              <a:gd name="connsiteY30" fmla="*/ 1839302 h 2200942"/>
              <a:gd name="connsiteX31" fmla="*/ 0 w 2541575"/>
              <a:gd name="connsiteY31" fmla="*/ 1530619 h 2200942"/>
              <a:gd name="connsiteX32" fmla="*/ 33360 w 2541575"/>
              <a:gd name="connsiteY32" fmla="*/ 1426210 h 2200942"/>
              <a:gd name="connsiteX33" fmla="*/ 437722 w 2541575"/>
              <a:gd name="connsiteY33" fmla="*/ 1449687 h 2200942"/>
              <a:gd name="connsiteX34" fmla="*/ 631112 w 2541575"/>
              <a:gd name="connsiteY34" fmla="*/ 1121013 h 2200942"/>
              <a:gd name="connsiteX35" fmla="*/ 431862 w 2541575"/>
              <a:gd name="connsiteY35" fmla="*/ 745386 h 2200942"/>
              <a:gd name="connsiteX36" fmla="*/ 554928 w 2541575"/>
              <a:gd name="connsiteY36" fmla="*/ 616264 h 2200942"/>
              <a:gd name="connsiteX37" fmla="*/ 683855 w 2541575"/>
              <a:gd name="connsiteY37" fmla="*/ 493011 h 2200942"/>
              <a:gd name="connsiteX38" fmla="*/ 1035474 w 2541575"/>
              <a:gd name="connsiteY38" fmla="*/ 704301 h 2200942"/>
              <a:gd name="connsiteX39" fmla="*/ 1357791 w 2541575"/>
              <a:gd name="connsiteY39" fmla="*/ 516488 h 2200942"/>
              <a:gd name="connsiteX40" fmla="*/ 1357791 w 2541575"/>
              <a:gd name="connsiteY40" fmla="*/ 93907 h 2200942"/>
              <a:gd name="connsiteX41" fmla="*/ 1709410 w 2541575"/>
              <a:gd name="connsiteY41" fmla="*/ 0 h 220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1575" h="2200942">
                <a:moveTo>
                  <a:pt x="1709410" y="0"/>
                </a:moveTo>
                <a:cubicBezTo>
                  <a:pt x="1920382" y="363889"/>
                  <a:pt x="1920382" y="363889"/>
                  <a:pt x="1920382" y="363889"/>
                </a:cubicBezTo>
                <a:cubicBezTo>
                  <a:pt x="1984845" y="358020"/>
                  <a:pt x="2049309" y="352151"/>
                  <a:pt x="2113772" y="352151"/>
                </a:cubicBezTo>
                <a:cubicBezTo>
                  <a:pt x="2113772" y="710171"/>
                  <a:pt x="2113772" y="710171"/>
                  <a:pt x="2113772" y="710171"/>
                </a:cubicBezTo>
                <a:cubicBezTo>
                  <a:pt x="2119632" y="698432"/>
                  <a:pt x="2125493" y="692563"/>
                  <a:pt x="2131353" y="686694"/>
                </a:cubicBezTo>
                <a:cubicBezTo>
                  <a:pt x="2178235" y="639740"/>
                  <a:pt x="2236839" y="616264"/>
                  <a:pt x="2301302" y="616264"/>
                </a:cubicBezTo>
                <a:cubicBezTo>
                  <a:pt x="2365766" y="616264"/>
                  <a:pt x="2424369" y="639740"/>
                  <a:pt x="2471251" y="686694"/>
                </a:cubicBezTo>
                <a:cubicBezTo>
                  <a:pt x="2518134" y="733647"/>
                  <a:pt x="2541575" y="786470"/>
                  <a:pt x="2541575" y="851031"/>
                </a:cubicBezTo>
                <a:cubicBezTo>
                  <a:pt x="2541575" y="921461"/>
                  <a:pt x="2518134" y="974284"/>
                  <a:pt x="2471251" y="1021237"/>
                </a:cubicBezTo>
                <a:cubicBezTo>
                  <a:pt x="2424369" y="1068191"/>
                  <a:pt x="2365766" y="1091667"/>
                  <a:pt x="2301302" y="1091667"/>
                </a:cubicBezTo>
                <a:cubicBezTo>
                  <a:pt x="2236839" y="1091667"/>
                  <a:pt x="2178235" y="1068191"/>
                  <a:pt x="2131353" y="1021237"/>
                </a:cubicBezTo>
                <a:cubicBezTo>
                  <a:pt x="2125493" y="1015368"/>
                  <a:pt x="2119632" y="1009499"/>
                  <a:pt x="2113772" y="997760"/>
                </a:cubicBezTo>
                <a:lnTo>
                  <a:pt x="2113772" y="1261873"/>
                </a:lnTo>
                <a:cubicBezTo>
                  <a:pt x="1855918" y="1261873"/>
                  <a:pt x="1639087" y="1355780"/>
                  <a:pt x="1457417" y="1537725"/>
                </a:cubicBezTo>
                <a:cubicBezTo>
                  <a:pt x="1275747" y="1713800"/>
                  <a:pt x="1187842" y="1936829"/>
                  <a:pt x="1187842" y="2189204"/>
                </a:cubicBezTo>
                <a:cubicBezTo>
                  <a:pt x="1187842" y="2195073"/>
                  <a:pt x="1187842" y="2200942"/>
                  <a:pt x="1187842" y="2200942"/>
                </a:cubicBezTo>
                <a:cubicBezTo>
                  <a:pt x="859665" y="2200942"/>
                  <a:pt x="859665" y="2200942"/>
                  <a:pt x="859665" y="2200942"/>
                </a:cubicBezTo>
                <a:cubicBezTo>
                  <a:pt x="877246" y="2189204"/>
                  <a:pt x="894827" y="2177465"/>
                  <a:pt x="912408" y="2159858"/>
                </a:cubicBezTo>
                <a:cubicBezTo>
                  <a:pt x="959290" y="2112904"/>
                  <a:pt x="982731" y="2060082"/>
                  <a:pt x="982731" y="1995521"/>
                </a:cubicBezTo>
                <a:cubicBezTo>
                  <a:pt x="982731" y="1925091"/>
                  <a:pt x="959290" y="1872268"/>
                  <a:pt x="912408" y="1825315"/>
                </a:cubicBezTo>
                <a:cubicBezTo>
                  <a:pt x="865525" y="1778361"/>
                  <a:pt x="806922" y="1754884"/>
                  <a:pt x="742458" y="1754884"/>
                </a:cubicBezTo>
                <a:cubicBezTo>
                  <a:pt x="677995" y="1754884"/>
                  <a:pt x="619392" y="1778361"/>
                  <a:pt x="572509" y="1825315"/>
                </a:cubicBezTo>
                <a:cubicBezTo>
                  <a:pt x="525627" y="1872268"/>
                  <a:pt x="502186" y="1925091"/>
                  <a:pt x="502186" y="1995521"/>
                </a:cubicBezTo>
                <a:cubicBezTo>
                  <a:pt x="502186" y="2060082"/>
                  <a:pt x="525627" y="2112904"/>
                  <a:pt x="572509" y="2159858"/>
                </a:cubicBezTo>
                <a:cubicBezTo>
                  <a:pt x="590090" y="2177465"/>
                  <a:pt x="607671" y="2189204"/>
                  <a:pt x="625252" y="2200942"/>
                </a:cubicBezTo>
                <a:cubicBezTo>
                  <a:pt x="291214" y="2200942"/>
                  <a:pt x="291214" y="2200942"/>
                  <a:pt x="291214" y="2200942"/>
                </a:cubicBezTo>
                <a:cubicBezTo>
                  <a:pt x="291214" y="2195073"/>
                  <a:pt x="291214" y="2195073"/>
                  <a:pt x="291214" y="2189204"/>
                </a:cubicBezTo>
                <a:cubicBezTo>
                  <a:pt x="291214" y="2177465"/>
                  <a:pt x="291214" y="2165727"/>
                  <a:pt x="291214" y="2153989"/>
                </a:cubicBezTo>
                <a:cubicBezTo>
                  <a:pt x="291214" y="2107035"/>
                  <a:pt x="297075" y="2054213"/>
                  <a:pt x="297075" y="2007259"/>
                </a:cubicBezTo>
                <a:cubicBezTo>
                  <a:pt x="160823" y="1930226"/>
                  <a:pt x="75665" y="1882081"/>
                  <a:pt x="22441" y="1851990"/>
                </a:cubicBezTo>
                <a:lnTo>
                  <a:pt x="0" y="1839302"/>
                </a:lnTo>
                <a:lnTo>
                  <a:pt x="0" y="1530619"/>
                </a:lnTo>
                <a:lnTo>
                  <a:pt x="33360" y="1426210"/>
                </a:lnTo>
                <a:cubicBezTo>
                  <a:pt x="437722" y="1449687"/>
                  <a:pt x="437722" y="1449687"/>
                  <a:pt x="437722" y="1449687"/>
                </a:cubicBezTo>
                <a:cubicBezTo>
                  <a:pt x="490465" y="1332304"/>
                  <a:pt x="554928" y="1226658"/>
                  <a:pt x="631112" y="1121013"/>
                </a:cubicBezTo>
                <a:cubicBezTo>
                  <a:pt x="431862" y="745386"/>
                  <a:pt x="431862" y="745386"/>
                  <a:pt x="431862" y="745386"/>
                </a:cubicBezTo>
                <a:cubicBezTo>
                  <a:pt x="472884" y="704301"/>
                  <a:pt x="513906" y="657348"/>
                  <a:pt x="554928" y="616264"/>
                </a:cubicBezTo>
                <a:cubicBezTo>
                  <a:pt x="595951" y="575180"/>
                  <a:pt x="636973" y="534095"/>
                  <a:pt x="683855" y="493011"/>
                </a:cubicBezTo>
                <a:cubicBezTo>
                  <a:pt x="1035474" y="704301"/>
                  <a:pt x="1035474" y="704301"/>
                  <a:pt x="1035474" y="704301"/>
                </a:cubicBezTo>
                <a:cubicBezTo>
                  <a:pt x="1140960" y="628002"/>
                  <a:pt x="1246445" y="563441"/>
                  <a:pt x="1357791" y="516488"/>
                </a:cubicBezTo>
                <a:cubicBezTo>
                  <a:pt x="1357791" y="93907"/>
                  <a:pt x="1357791" y="93907"/>
                  <a:pt x="1357791" y="93907"/>
                </a:cubicBezTo>
                <a:cubicBezTo>
                  <a:pt x="1469137" y="52823"/>
                  <a:pt x="1592204" y="23477"/>
                  <a:pt x="1709410" y="0"/>
                </a:cubicBezTo>
                <a:close/>
              </a:path>
            </a:pathLst>
          </a:custGeom>
          <a:ln w="38100">
            <a:solidFill>
              <a:schemeClr val="bg1"/>
            </a:solidFill>
          </a:ln>
        </p:spPr>
      </p:pic>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3.1  </a:t>
            </a:r>
            <a:r>
              <a:rPr lang="zh-CN" altLang="en-US" sz="3600" b="1" dirty="0">
                <a:solidFill>
                  <a:srgbClr val="174994"/>
                </a:solidFill>
                <a:latin typeface="Times New Roman" panose="02020603050405020304" charset="0"/>
                <a:ea typeface="思源黑体" panose="020B0400000000000000" charset="-122"/>
              </a:rPr>
              <a:t>研究思路</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06</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5742171" y="0"/>
            <a:ext cx="2650603"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6764604"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4" name="文本框 103"/>
          <p:cNvSpPr txBox="1"/>
          <p:nvPr/>
        </p:nvSpPr>
        <p:spPr>
          <a:xfrm>
            <a:off x="156680" y="2737636"/>
            <a:ext cx="2619255" cy="808990"/>
          </a:xfrm>
          <a:prstGeom prst="rect">
            <a:avLst/>
          </a:prstGeom>
          <a:noFill/>
        </p:spPr>
        <p:txBody>
          <a:bodyPr wrap="square">
            <a:spAutoFit/>
          </a:bodyPr>
          <a:lstStyle/>
          <a:p>
            <a:pPr algn="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a:p>
            <a:pPr algn="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p:txBody>
      </p:sp>
      <p:sp>
        <p:nvSpPr>
          <p:cNvPr id="105" name="文本框 104"/>
          <p:cNvSpPr txBox="1"/>
          <p:nvPr/>
        </p:nvSpPr>
        <p:spPr>
          <a:xfrm>
            <a:off x="468790" y="5255871"/>
            <a:ext cx="2619255" cy="808990"/>
          </a:xfrm>
          <a:prstGeom prst="rect">
            <a:avLst/>
          </a:prstGeom>
          <a:noFill/>
        </p:spPr>
        <p:txBody>
          <a:bodyPr wrap="square">
            <a:spAutoFit/>
          </a:bodyPr>
          <a:lstStyle/>
          <a:p>
            <a:pPr algn="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a:p>
            <a:pPr algn="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p:txBody>
      </p:sp>
      <p:sp>
        <p:nvSpPr>
          <p:cNvPr id="106" name="文本框 105"/>
          <p:cNvSpPr txBox="1"/>
          <p:nvPr/>
        </p:nvSpPr>
        <p:spPr>
          <a:xfrm>
            <a:off x="9014720" y="2294085"/>
            <a:ext cx="2619255" cy="808990"/>
          </a:xfrm>
          <a:prstGeom prst="rect">
            <a:avLst/>
          </a:prstGeom>
          <a:noFill/>
        </p:spPr>
        <p:txBody>
          <a:bodyPr wrap="square">
            <a:spAutoFit/>
          </a:bodyPr>
          <a:lstStyle/>
          <a:p>
            <a:pP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a:p>
            <a:pP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p:txBody>
      </p:sp>
      <p:sp>
        <p:nvSpPr>
          <p:cNvPr id="107" name="文本框 106"/>
          <p:cNvSpPr txBox="1"/>
          <p:nvPr/>
        </p:nvSpPr>
        <p:spPr>
          <a:xfrm>
            <a:off x="9035321" y="5265024"/>
            <a:ext cx="2619255" cy="808990"/>
          </a:xfrm>
          <a:prstGeom prst="rect">
            <a:avLst/>
          </a:prstGeom>
          <a:noFill/>
        </p:spPr>
        <p:txBody>
          <a:bodyPr wrap="square">
            <a:spAutoFit/>
          </a:bodyPr>
          <a:lstStyle/>
          <a:p>
            <a:pP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a:p>
            <a:pPr>
              <a:lnSpc>
                <a:spcPts val="2800"/>
              </a:lnSpc>
            </a:pPr>
            <a:r>
              <a:rPr lang="zh-CN" dirty="0">
                <a:solidFill>
                  <a:schemeClr val="tx1">
                    <a:lumMod val="75000"/>
                    <a:lumOff val="25000"/>
                  </a:schemeClr>
                </a:solidFill>
                <a:latin typeface="Times New Roman" panose="02020603050405020304" charset="0"/>
                <a:ea typeface="思源黑体" panose="020B0400000000000000" charset="-122"/>
              </a:rPr>
              <a:t>点击输入内容点击输入</a:t>
            </a:r>
            <a:endParaRPr lang="en-US" dirty="0">
              <a:solidFill>
                <a:schemeClr val="tx1">
                  <a:lumMod val="75000"/>
                  <a:lumOff val="25000"/>
                </a:schemeClr>
              </a:solidFill>
              <a:latin typeface="Times New Roman" panose="02020603050405020304" charset="0"/>
              <a:ea typeface="思源黑体" panose="020B0400000000000000" charset="-122"/>
            </a:endParaRPr>
          </a:p>
        </p:txBody>
      </p:sp>
      <p:cxnSp>
        <p:nvCxnSpPr>
          <p:cNvPr id="139" name="直接连接符 138"/>
          <p:cNvCxnSpPr/>
          <p:nvPr/>
        </p:nvCxnSpPr>
        <p:spPr>
          <a:xfrm>
            <a:off x="2884956" y="2984495"/>
            <a:ext cx="828187" cy="0"/>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sp>
        <p:nvSpPr>
          <p:cNvPr id="143" name="椭圆 142"/>
          <p:cNvSpPr/>
          <p:nvPr/>
        </p:nvSpPr>
        <p:spPr>
          <a:xfrm>
            <a:off x="2756609" y="2870987"/>
            <a:ext cx="227017" cy="2270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147" name="直接连接符 146"/>
          <p:cNvCxnSpPr/>
          <p:nvPr/>
        </p:nvCxnSpPr>
        <p:spPr>
          <a:xfrm>
            <a:off x="7917974" y="5530194"/>
            <a:ext cx="969477" cy="0"/>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sp>
        <p:nvSpPr>
          <p:cNvPr id="148" name="椭圆 147"/>
          <p:cNvSpPr/>
          <p:nvPr/>
        </p:nvSpPr>
        <p:spPr>
          <a:xfrm>
            <a:off x="8764003" y="5416685"/>
            <a:ext cx="227017" cy="2270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160" name="直接连接符 159"/>
          <p:cNvCxnSpPr/>
          <p:nvPr/>
        </p:nvCxnSpPr>
        <p:spPr>
          <a:xfrm>
            <a:off x="7962275" y="2710917"/>
            <a:ext cx="969477" cy="0"/>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sp>
        <p:nvSpPr>
          <p:cNvPr id="161" name="椭圆 160"/>
          <p:cNvSpPr/>
          <p:nvPr/>
        </p:nvSpPr>
        <p:spPr>
          <a:xfrm>
            <a:off x="8808304" y="2597408"/>
            <a:ext cx="227017" cy="2270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cxnSp>
        <p:nvCxnSpPr>
          <p:cNvPr id="164" name="直接连接符 163"/>
          <p:cNvCxnSpPr/>
          <p:nvPr/>
        </p:nvCxnSpPr>
        <p:spPr>
          <a:xfrm>
            <a:off x="3126855" y="5494475"/>
            <a:ext cx="828187" cy="0"/>
          </a:xfrm>
          <a:prstGeom prst="line">
            <a:avLst/>
          </a:prstGeom>
          <a:ln w="19050">
            <a:solidFill>
              <a:srgbClr val="174994"/>
            </a:solidFill>
          </a:ln>
        </p:spPr>
        <p:style>
          <a:lnRef idx="1">
            <a:schemeClr val="accent1"/>
          </a:lnRef>
          <a:fillRef idx="0">
            <a:schemeClr val="accent1"/>
          </a:fillRef>
          <a:effectRef idx="0">
            <a:schemeClr val="accent1"/>
          </a:effectRef>
          <a:fontRef idx="minor">
            <a:schemeClr val="tx1"/>
          </a:fontRef>
        </p:style>
      </p:cxnSp>
      <p:sp>
        <p:nvSpPr>
          <p:cNvPr id="165" name="椭圆 164"/>
          <p:cNvSpPr/>
          <p:nvPr/>
        </p:nvSpPr>
        <p:spPr>
          <a:xfrm>
            <a:off x="3016784" y="5374267"/>
            <a:ext cx="227017" cy="2270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1924896" y="3390604"/>
            <a:ext cx="1075074" cy="1075074"/>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3.1  </a:t>
            </a:r>
            <a:r>
              <a:rPr lang="zh-CN" altLang="en-US" sz="3600" b="1" dirty="0">
                <a:solidFill>
                  <a:srgbClr val="174994"/>
                </a:solidFill>
                <a:latin typeface="Times New Roman" panose="02020603050405020304" charset="0"/>
                <a:ea typeface="思源黑体" panose="020B0400000000000000" charset="-122"/>
              </a:rPr>
              <a:t>研究思路</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07</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5742171" y="0"/>
            <a:ext cx="2650603"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6764604"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3" name="图形 2" descr="灯泡"/>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4685" y="3575300"/>
            <a:ext cx="716441" cy="716441"/>
          </a:xfrm>
          <a:prstGeom prst="rect">
            <a:avLst/>
          </a:prstGeom>
        </p:spPr>
      </p:pic>
      <p:sp>
        <p:nvSpPr>
          <p:cNvPr id="61" name="椭圆 60"/>
          <p:cNvSpPr/>
          <p:nvPr/>
        </p:nvSpPr>
        <p:spPr>
          <a:xfrm>
            <a:off x="4090873" y="2116392"/>
            <a:ext cx="847717" cy="8477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4" name="椭圆 63"/>
          <p:cNvSpPr/>
          <p:nvPr/>
        </p:nvSpPr>
        <p:spPr>
          <a:xfrm>
            <a:off x="4090873" y="3571070"/>
            <a:ext cx="847717" cy="8477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5" name="椭圆 64"/>
          <p:cNvSpPr/>
          <p:nvPr/>
        </p:nvSpPr>
        <p:spPr>
          <a:xfrm>
            <a:off x="4090873" y="5025748"/>
            <a:ext cx="847717" cy="847717"/>
          </a:xfrm>
          <a:prstGeom prst="ellips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左大括号 5"/>
          <p:cNvSpPr/>
          <p:nvPr/>
        </p:nvSpPr>
        <p:spPr>
          <a:xfrm>
            <a:off x="3334606" y="2401125"/>
            <a:ext cx="610336" cy="3035580"/>
          </a:xfrm>
          <a:prstGeom prst="leftBrace">
            <a:avLst>
              <a:gd name="adj1" fmla="val 0"/>
              <a:gd name="adj2" fmla="val 50000"/>
            </a:avLst>
          </a:prstGeom>
          <a:ln w="44450" cap="rnd" cmpd="sng">
            <a:solidFill>
              <a:srgbClr val="174994"/>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 name="直接箭头连接符 7"/>
          <p:cNvCxnSpPr/>
          <p:nvPr/>
        </p:nvCxnSpPr>
        <p:spPr>
          <a:xfrm>
            <a:off x="3334606" y="3916017"/>
            <a:ext cx="610336" cy="0"/>
          </a:xfrm>
          <a:prstGeom prst="straightConnector1">
            <a:avLst/>
          </a:prstGeom>
          <a:ln w="53975">
            <a:solidFill>
              <a:srgbClr val="174994"/>
            </a:solidFill>
            <a:tailEnd type="stealth"/>
          </a:ln>
        </p:spPr>
        <p:style>
          <a:lnRef idx="1">
            <a:schemeClr val="accent1"/>
          </a:lnRef>
          <a:fillRef idx="0">
            <a:schemeClr val="accent1"/>
          </a:fillRef>
          <a:effectRef idx="0">
            <a:schemeClr val="accent1"/>
          </a:effectRef>
          <a:fontRef idx="minor">
            <a:schemeClr val="tx1"/>
          </a:fontRef>
        </p:style>
      </p:cxnSp>
      <p:pic>
        <p:nvPicPr>
          <p:cNvPr id="10" name="图形 9" descr="放大镜"/>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9578" y="2294137"/>
            <a:ext cx="481433" cy="481433"/>
          </a:xfrm>
          <a:prstGeom prst="rect">
            <a:avLst/>
          </a:prstGeom>
        </p:spPr>
      </p:pic>
      <p:pic>
        <p:nvPicPr>
          <p:cNvPr id="12" name="图形 11" descr="齿轮"/>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59508" y="5158848"/>
            <a:ext cx="555713" cy="555713"/>
          </a:xfrm>
          <a:prstGeom prst="rect">
            <a:avLst/>
          </a:prstGeom>
        </p:spPr>
      </p:pic>
      <p:pic>
        <p:nvPicPr>
          <p:cNvPr id="14" name="图形 13" descr="沙漏"/>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79578" y="3728465"/>
            <a:ext cx="535643" cy="535643"/>
          </a:xfrm>
          <a:prstGeom prst="rect">
            <a:avLst/>
          </a:prstGeom>
        </p:spPr>
      </p:pic>
      <p:grpSp>
        <p:nvGrpSpPr>
          <p:cNvPr id="76" name="组合 75"/>
          <p:cNvGrpSpPr/>
          <p:nvPr/>
        </p:nvGrpSpPr>
        <p:grpSpPr>
          <a:xfrm>
            <a:off x="5293227" y="2070091"/>
            <a:ext cx="5314275" cy="1115210"/>
            <a:chOff x="6472511" y="1600798"/>
            <a:chExt cx="5314275" cy="1115210"/>
          </a:xfrm>
        </p:grpSpPr>
        <p:sp>
          <p:nvSpPr>
            <p:cNvPr id="77" name="文本框 76"/>
            <p:cNvSpPr txBox="1"/>
            <p:nvPr/>
          </p:nvSpPr>
          <p:spPr>
            <a:xfrm>
              <a:off x="6472511" y="1600798"/>
              <a:ext cx="3262432" cy="460375"/>
            </a:xfrm>
            <a:prstGeom prst="rect">
              <a:avLst/>
            </a:prstGeom>
            <a:noFill/>
          </p:spPr>
          <p:txBody>
            <a:bodyPr wrap="square" rtlCol="0">
              <a:spAutoFit/>
            </a:bodyPr>
            <a:lstStyle/>
            <a:p>
              <a:r>
                <a:rPr lang="zh-CN" altLang="en-US" sz="2400" b="1" dirty="0">
                  <a:solidFill>
                    <a:srgbClr val="174994"/>
                  </a:solidFill>
                  <a:latin typeface="Times New Roman" panose="02020603050405020304" charset="0"/>
                  <a:ea typeface="思源黑体" panose="020B0400000000000000" charset="-122"/>
                </a:rPr>
                <a:t>点击此处输入文字内容</a:t>
              </a:r>
            </a:p>
          </p:txBody>
        </p:sp>
        <p:sp>
          <p:nvSpPr>
            <p:cNvPr id="78" name="文本框 77"/>
            <p:cNvSpPr txBox="1"/>
            <p:nvPr/>
          </p:nvSpPr>
          <p:spPr>
            <a:xfrm>
              <a:off x="6472511" y="2060688"/>
              <a:ext cx="5314275" cy="655320"/>
            </a:xfrm>
            <a:prstGeom prst="rect">
              <a:avLst/>
            </a:prstGeom>
            <a:noFill/>
          </p:spPr>
          <p:txBody>
            <a:bodyPr wrap="square" rtlCol="0">
              <a:spAutoFit/>
            </a:bodyPr>
            <a:lstStyle/>
            <a:p>
              <a:pPr>
                <a:lnSpc>
                  <a:spcPts val="2200"/>
                </a:lnSpc>
              </a:pPr>
              <a:r>
                <a:rPr lang="zh-CN" altLang="en-US" sz="1600" dirty="0">
                  <a:latin typeface="Times New Roman" panose="02020603050405020304" charset="0"/>
                  <a:ea typeface="思源黑体" panose="020B0400000000000000" charset="-122"/>
                </a:rPr>
                <a:t>点击此处输入文字内容点击此处输入文字内容</a:t>
              </a:r>
              <a:endParaRPr lang="en-US" altLang="zh-CN" sz="1600" dirty="0">
                <a:latin typeface="Times New Roman" panose="02020603050405020304" charset="0"/>
                <a:ea typeface="思源黑体" panose="020B0400000000000000" charset="-122"/>
              </a:endParaRPr>
            </a:p>
            <a:p>
              <a:pPr>
                <a:lnSpc>
                  <a:spcPts val="2200"/>
                </a:lnSpc>
              </a:pPr>
              <a:r>
                <a:rPr lang="zh-CN" altLang="en-US" sz="1600" dirty="0">
                  <a:latin typeface="Times New Roman" panose="02020603050405020304" charset="0"/>
                  <a:ea typeface="思源黑体" panose="020B0400000000000000" charset="-122"/>
                </a:rPr>
                <a:t>点击此处输入文字内容点击此处输入文字内容</a:t>
              </a:r>
            </a:p>
          </p:txBody>
        </p:sp>
      </p:grpSp>
      <p:grpSp>
        <p:nvGrpSpPr>
          <p:cNvPr id="79" name="组合 78"/>
          <p:cNvGrpSpPr/>
          <p:nvPr/>
        </p:nvGrpSpPr>
        <p:grpSpPr>
          <a:xfrm>
            <a:off x="5293227" y="3571070"/>
            <a:ext cx="5314275" cy="1115210"/>
            <a:chOff x="6472511" y="1600798"/>
            <a:chExt cx="5314275" cy="1115210"/>
          </a:xfrm>
        </p:grpSpPr>
        <p:sp>
          <p:nvSpPr>
            <p:cNvPr id="80" name="文本框 79"/>
            <p:cNvSpPr txBox="1"/>
            <p:nvPr/>
          </p:nvSpPr>
          <p:spPr>
            <a:xfrm>
              <a:off x="6472511" y="1600798"/>
              <a:ext cx="3262432" cy="460375"/>
            </a:xfrm>
            <a:prstGeom prst="rect">
              <a:avLst/>
            </a:prstGeom>
            <a:noFill/>
          </p:spPr>
          <p:txBody>
            <a:bodyPr wrap="square" rtlCol="0">
              <a:spAutoFit/>
            </a:bodyPr>
            <a:lstStyle/>
            <a:p>
              <a:r>
                <a:rPr lang="zh-CN" altLang="en-US" sz="2400" b="1" dirty="0">
                  <a:solidFill>
                    <a:srgbClr val="174994"/>
                  </a:solidFill>
                  <a:latin typeface="Times New Roman" panose="02020603050405020304" charset="0"/>
                  <a:ea typeface="思源黑体" panose="020B0400000000000000" charset="-122"/>
                </a:rPr>
                <a:t>点击此处输入文字内容</a:t>
              </a:r>
            </a:p>
          </p:txBody>
        </p:sp>
        <p:sp>
          <p:nvSpPr>
            <p:cNvPr id="108" name="文本框 107"/>
            <p:cNvSpPr txBox="1"/>
            <p:nvPr/>
          </p:nvSpPr>
          <p:spPr>
            <a:xfrm>
              <a:off x="6472511" y="2060688"/>
              <a:ext cx="5314275" cy="655320"/>
            </a:xfrm>
            <a:prstGeom prst="rect">
              <a:avLst/>
            </a:prstGeom>
            <a:noFill/>
          </p:spPr>
          <p:txBody>
            <a:bodyPr wrap="square" rtlCol="0">
              <a:spAutoFit/>
            </a:bodyPr>
            <a:lstStyle/>
            <a:p>
              <a:pPr>
                <a:lnSpc>
                  <a:spcPts val="2200"/>
                </a:lnSpc>
              </a:pPr>
              <a:r>
                <a:rPr lang="zh-CN" altLang="en-US" sz="1600" dirty="0">
                  <a:latin typeface="Times New Roman" panose="02020603050405020304" charset="0"/>
                  <a:ea typeface="思源黑体" panose="020B0400000000000000" charset="-122"/>
                </a:rPr>
                <a:t>点击此处输入文字内容点击此处输入文字内容</a:t>
              </a:r>
              <a:endParaRPr lang="en-US" altLang="zh-CN" sz="1600" dirty="0">
                <a:latin typeface="Times New Roman" panose="02020603050405020304" charset="0"/>
                <a:ea typeface="思源黑体" panose="020B0400000000000000" charset="-122"/>
              </a:endParaRPr>
            </a:p>
            <a:p>
              <a:pPr>
                <a:lnSpc>
                  <a:spcPts val="2200"/>
                </a:lnSpc>
              </a:pPr>
              <a:r>
                <a:rPr lang="zh-CN" altLang="en-US" sz="1600" dirty="0">
                  <a:latin typeface="Times New Roman" panose="02020603050405020304" charset="0"/>
                  <a:ea typeface="思源黑体" panose="020B0400000000000000" charset="-122"/>
                </a:rPr>
                <a:t>点击此处输入文字内容点击此处输入文字内容</a:t>
              </a:r>
            </a:p>
          </p:txBody>
        </p:sp>
      </p:grpSp>
      <p:grpSp>
        <p:nvGrpSpPr>
          <p:cNvPr id="109" name="组合 108"/>
          <p:cNvGrpSpPr/>
          <p:nvPr/>
        </p:nvGrpSpPr>
        <p:grpSpPr>
          <a:xfrm>
            <a:off x="5293227" y="5025748"/>
            <a:ext cx="5314275" cy="1115210"/>
            <a:chOff x="6472511" y="1600798"/>
            <a:chExt cx="5314275" cy="1115210"/>
          </a:xfrm>
        </p:grpSpPr>
        <p:sp>
          <p:nvSpPr>
            <p:cNvPr id="110" name="文本框 109"/>
            <p:cNvSpPr txBox="1"/>
            <p:nvPr/>
          </p:nvSpPr>
          <p:spPr>
            <a:xfrm>
              <a:off x="6472511" y="1600798"/>
              <a:ext cx="3262432" cy="460375"/>
            </a:xfrm>
            <a:prstGeom prst="rect">
              <a:avLst/>
            </a:prstGeom>
            <a:noFill/>
          </p:spPr>
          <p:txBody>
            <a:bodyPr wrap="square" rtlCol="0">
              <a:spAutoFit/>
            </a:bodyPr>
            <a:lstStyle/>
            <a:p>
              <a:r>
                <a:rPr lang="zh-CN" altLang="en-US" sz="2400" b="1" dirty="0">
                  <a:solidFill>
                    <a:srgbClr val="174994"/>
                  </a:solidFill>
                  <a:latin typeface="Times New Roman" panose="02020603050405020304" charset="0"/>
                  <a:ea typeface="思源黑体" panose="020B0400000000000000" charset="-122"/>
                </a:rPr>
                <a:t>点击此处输入文字内容</a:t>
              </a:r>
            </a:p>
          </p:txBody>
        </p:sp>
        <p:sp>
          <p:nvSpPr>
            <p:cNvPr id="111" name="文本框 110"/>
            <p:cNvSpPr txBox="1"/>
            <p:nvPr/>
          </p:nvSpPr>
          <p:spPr>
            <a:xfrm>
              <a:off x="6472511" y="2060688"/>
              <a:ext cx="5314275" cy="655320"/>
            </a:xfrm>
            <a:prstGeom prst="rect">
              <a:avLst/>
            </a:prstGeom>
            <a:noFill/>
          </p:spPr>
          <p:txBody>
            <a:bodyPr wrap="square" rtlCol="0">
              <a:spAutoFit/>
            </a:bodyPr>
            <a:lstStyle/>
            <a:p>
              <a:pPr>
                <a:lnSpc>
                  <a:spcPts val="2200"/>
                </a:lnSpc>
              </a:pPr>
              <a:r>
                <a:rPr lang="zh-CN" altLang="en-US" sz="1600" dirty="0">
                  <a:latin typeface="Times New Roman" panose="02020603050405020304" charset="0"/>
                  <a:ea typeface="思源黑体" panose="020B0400000000000000" charset="-122"/>
                </a:rPr>
                <a:t>点击此处输入文字内容点击此处输入文字内容</a:t>
              </a:r>
              <a:endParaRPr lang="en-US" altLang="zh-CN" sz="1600" dirty="0">
                <a:latin typeface="Times New Roman" panose="02020603050405020304" charset="0"/>
                <a:ea typeface="思源黑体" panose="020B0400000000000000" charset="-122"/>
              </a:endParaRPr>
            </a:p>
            <a:p>
              <a:pPr>
                <a:lnSpc>
                  <a:spcPts val="2200"/>
                </a:lnSpc>
              </a:pPr>
              <a:r>
                <a:rPr lang="zh-CN" altLang="en-US" sz="1600" dirty="0">
                  <a:latin typeface="Times New Roman" panose="02020603050405020304" charset="0"/>
                  <a:ea typeface="思源黑体" panose="020B0400000000000000" charset="-122"/>
                </a:rPr>
                <a:t>点击此处输入文字内容点击此处输入文字内容</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角三角形 4"/>
          <p:cNvSpPr/>
          <p:nvPr/>
        </p:nvSpPr>
        <p:spPr>
          <a:xfrm>
            <a:off x="0" y="5039139"/>
            <a:ext cx="1818861" cy="1818861"/>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直角三角形 5"/>
          <p:cNvSpPr/>
          <p:nvPr/>
        </p:nvSpPr>
        <p:spPr>
          <a:xfrm flipH="1" flipV="1">
            <a:off x="9786082" y="-1"/>
            <a:ext cx="2405917" cy="2405917"/>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5227091" y="1694838"/>
            <a:ext cx="1446530" cy="3153410"/>
          </a:xfrm>
          <a:prstGeom prst="rect">
            <a:avLst/>
          </a:prstGeom>
          <a:noFill/>
        </p:spPr>
        <p:txBody>
          <a:bodyPr wrap="none" rtlCol="0">
            <a:spAutoFit/>
          </a:bodyPr>
          <a:lstStyle/>
          <a:p>
            <a:r>
              <a:rPr lang="en-US" altLang="zh-CN" sz="19900" b="1" dirty="0">
                <a:solidFill>
                  <a:srgbClr val="174994">
                    <a:alpha val="38000"/>
                  </a:srgbClr>
                </a:solidFill>
                <a:latin typeface="Times New Roman" panose="02020603050405020304" charset="0"/>
                <a:ea typeface="思源黑体" panose="020B0400000000000000" charset="-122"/>
              </a:rPr>
              <a:t>4</a:t>
            </a:r>
          </a:p>
        </p:txBody>
      </p:sp>
      <p:sp>
        <p:nvSpPr>
          <p:cNvPr id="9" name="文本框 8"/>
          <p:cNvSpPr txBox="1"/>
          <p:nvPr/>
        </p:nvSpPr>
        <p:spPr>
          <a:xfrm>
            <a:off x="4392728" y="2782669"/>
            <a:ext cx="3387725" cy="645160"/>
          </a:xfrm>
          <a:prstGeom prst="rect">
            <a:avLst/>
          </a:prstGeom>
          <a:noFill/>
        </p:spPr>
        <p:txBody>
          <a:bodyPr wrap="none" rtlCol="0">
            <a:spAutoFit/>
          </a:bodyPr>
          <a:lstStyle/>
          <a:p>
            <a:r>
              <a:rPr lang="zh-CN" altLang="en-US" sz="3600" b="1" dirty="0">
                <a:latin typeface="Times New Roman" panose="02020603050405020304" charset="0"/>
                <a:ea typeface="思源黑体" panose="020B0400000000000000" charset="-122"/>
              </a:rPr>
              <a:t>结果分析与讨论</a:t>
            </a:r>
          </a:p>
        </p:txBody>
      </p:sp>
      <p:sp>
        <p:nvSpPr>
          <p:cNvPr id="10" name="文本框 9"/>
          <p:cNvSpPr txBox="1"/>
          <p:nvPr/>
        </p:nvSpPr>
        <p:spPr>
          <a:xfrm>
            <a:off x="4730136" y="3606757"/>
            <a:ext cx="2752725" cy="337185"/>
          </a:xfrm>
          <a:prstGeom prst="rect">
            <a:avLst/>
          </a:prstGeom>
          <a:noFill/>
        </p:spPr>
        <p:txBody>
          <a:bodyPr wrap="none" rtlCol="0">
            <a:spAutoFit/>
          </a:bodyPr>
          <a:lstStyle/>
          <a:p>
            <a:pPr algn="ctr"/>
            <a:r>
              <a:rPr lang="en-US" altLang="zh-CN" sz="1600" dirty="0">
                <a:latin typeface="Times New Roman" panose="02020603050405020304" charset="0"/>
                <a:ea typeface="思源黑体" panose="020B0400000000000000" charset="-122"/>
              </a:rPr>
              <a:t>Result Analysis and Discussion</a:t>
            </a:r>
          </a:p>
        </p:txBody>
      </p:sp>
      <p:sp>
        <p:nvSpPr>
          <p:cNvPr id="11" name="矩形 10"/>
          <p:cNvSpPr/>
          <p:nvPr/>
        </p:nvSpPr>
        <p:spPr>
          <a:xfrm flipV="1">
            <a:off x="3487189" y="3512166"/>
            <a:ext cx="5238619" cy="4571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13" y="78833"/>
            <a:ext cx="2554357" cy="53899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4.1  </a:t>
            </a:r>
            <a:r>
              <a:rPr lang="zh-CN" altLang="en-US" sz="3600" b="1" dirty="0">
                <a:solidFill>
                  <a:srgbClr val="174994"/>
                </a:solidFill>
                <a:latin typeface="Times New Roman" panose="02020603050405020304" charset="0"/>
                <a:ea typeface="思源黑体" panose="020B0400000000000000" charset="-122"/>
              </a:rPr>
              <a:t>结果分析</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08</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8392774" y="0"/>
            <a:ext cx="2060295"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8" name="Oval 4"/>
          <p:cNvSpPr/>
          <p:nvPr/>
        </p:nvSpPr>
        <p:spPr>
          <a:xfrm>
            <a:off x="6387333" y="2426638"/>
            <a:ext cx="676215" cy="676215"/>
          </a:xfrm>
          <a:prstGeom prst="ellipse">
            <a:avLst/>
          </a:prstGeom>
          <a:solidFill>
            <a:srgbClr val="174994"/>
          </a:solidFill>
          <a:ln>
            <a:noFill/>
          </a:ln>
          <a:effectLst/>
        </p:spPr>
        <p:txBody>
          <a:bodyPr anchor="ctr"/>
          <a:lstStyle/>
          <a:p>
            <a:pPr algn="ctr">
              <a:lnSpc>
                <a:spcPct val="130000"/>
              </a:lnSpc>
            </a:pPr>
            <a:r>
              <a:rPr lang="en-US" b="1" dirty="0">
                <a:solidFill>
                  <a:schemeClr val="lt1"/>
                </a:solidFill>
                <a:latin typeface="微软雅黑" panose="020B0503020204020204" pitchFamily="34" charset="-122"/>
                <a:ea typeface="微软雅黑" panose="020B0503020204020204" pitchFamily="34" charset="-122"/>
              </a:rPr>
              <a:t>01</a:t>
            </a:r>
            <a:endParaRPr lang="id-ID" b="1" dirty="0">
              <a:solidFill>
                <a:schemeClr val="lt1"/>
              </a:solidFill>
              <a:latin typeface="微软雅黑" panose="020B0503020204020204" pitchFamily="34" charset="-122"/>
              <a:ea typeface="微软雅黑" panose="020B0503020204020204" pitchFamily="34" charset="-122"/>
            </a:endParaRPr>
          </a:p>
        </p:txBody>
      </p:sp>
      <p:grpSp>
        <p:nvGrpSpPr>
          <p:cNvPr id="39" name="组合 38"/>
          <p:cNvGrpSpPr/>
          <p:nvPr/>
        </p:nvGrpSpPr>
        <p:grpSpPr>
          <a:xfrm>
            <a:off x="7134119" y="2295021"/>
            <a:ext cx="3949862" cy="830820"/>
            <a:chOff x="7175326" y="1088126"/>
            <a:chExt cx="4317544" cy="830820"/>
          </a:xfrm>
        </p:grpSpPr>
        <p:sp>
          <p:nvSpPr>
            <p:cNvPr id="40" name="Text Box 7"/>
            <p:cNvSpPr txBox="1">
              <a:spLocks noChangeArrowheads="1"/>
            </p:cNvSpPr>
            <p:nvPr/>
          </p:nvSpPr>
          <p:spPr>
            <a:xfrm>
              <a:off x="7175326" y="1088126"/>
              <a:ext cx="3441723" cy="46037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r>
                <a:rPr lang="zh-CN" sz="2400" b="1" dirty="0">
                  <a:solidFill>
                    <a:srgbClr val="174994"/>
                  </a:solidFill>
                  <a:latin typeface="Times New Roman" panose="02020603050405020304" charset="0"/>
                  <a:ea typeface="思源黑体" panose="020B0400000000000000" charset="-122"/>
                </a:rPr>
                <a:t>点击输入标题文本</a:t>
              </a:r>
            </a:p>
          </p:txBody>
        </p:sp>
        <p:sp>
          <p:nvSpPr>
            <p:cNvPr id="41" name="Rectangle 5"/>
            <p:cNvSpPr/>
            <p:nvPr/>
          </p:nvSpPr>
          <p:spPr>
            <a:xfrm>
              <a:off x="7247334" y="1566467"/>
              <a:ext cx="4245536" cy="352479"/>
            </a:xfrm>
            <a:prstGeom prst="rect">
              <a:avLst/>
            </a:prstGeom>
            <a:noFill/>
            <a:ln>
              <a:noFill/>
            </a:ln>
          </p:spPr>
          <p:txBody>
            <a:bodyPr lIns="0" tIns="0" rIns="0" bIns="0" anchor="t"/>
            <a:lstStyle/>
            <a:p>
              <a:pPr algn="just">
                <a:lnSpc>
                  <a:spcPct val="150000"/>
                </a:lnSpc>
              </a:pPr>
              <a:r>
                <a:rPr lang="zh-CN" sz="1150"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a:t>
              </a:r>
            </a:p>
          </p:txBody>
        </p:sp>
      </p:grpSp>
      <p:sp>
        <p:nvSpPr>
          <p:cNvPr id="42" name="Oval 4"/>
          <p:cNvSpPr/>
          <p:nvPr/>
        </p:nvSpPr>
        <p:spPr>
          <a:xfrm>
            <a:off x="6390269" y="3846764"/>
            <a:ext cx="676215" cy="676215"/>
          </a:xfrm>
          <a:prstGeom prst="ellipse">
            <a:avLst/>
          </a:prstGeom>
          <a:solidFill>
            <a:srgbClr val="6D9FEC"/>
          </a:solidFill>
          <a:ln>
            <a:noFill/>
          </a:ln>
          <a:effectLst/>
        </p:spPr>
        <p:txBody>
          <a:bodyPr anchor="ctr"/>
          <a:lstStyle/>
          <a:p>
            <a:pPr algn="ctr">
              <a:lnSpc>
                <a:spcPct val="130000"/>
              </a:lnSpc>
            </a:pPr>
            <a:r>
              <a:rPr lang="en-US" b="1" dirty="0">
                <a:solidFill>
                  <a:schemeClr val="lt1"/>
                </a:solidFill>
                <a:latin typeface="微软雅黑" panose="020B0503020204020204" pitchFamily="34" charset="-122"/>
                <a:ea typeface="微软雅黑" panose="020B0503020204020204" pitchFamily="34" charset="-122"/>
              </a:rPr>
              <a:t>02</a:t>
            </a:r>
            <a:endParaRPr lang="id-ID" b="1" dirty="0">
              <a:solidFill>
                <a:schemeClr val="lt1"/>
              </a:solidFill>
              <a:latin typeface="微软雅黑" panose="020B0503020204020204" pitchFamily="34" charset="-122"/>
              <a:ea typeface="微软雅黑" panose="020B0503020204020204" pitchFamily="34" charset="-122"/>
            </a:endParaRPr>
          </a:p>
        </p:txBody>
      </p:sp>
      <p:sp>
        <p:nvSpPr>
          <p:cNvPr id="43" name="Oval 4"/>
          <p:cNvSpPr/>
          <p:nvPr/>
        </p:nvSpPr>
        <p:spPr>
          <a:xfrm>
            <a:off x="6414040" y="5309443"/>
            <a:ext cx="676215" cy="676215"/>
          </a:xfrm>
          <a:prstGeom prst="ellipse">
            <a:avLst/>
          </a:prstGeom>
          <a:solidFill>
            <a:srgbClr val="174994"/>
          </a:solidFill>
          <a:ln>
            <a:noFill/>
          </a:ln>
          <a:effectLst/>
        </p:spPr>
        <p:txBody>
          <a:bodyPr anchor="ctr"/>
          <a:lstStyle/>
          <a:p>
            <a:pPr algn="ctr">
              <a:lnSpc>
                <a:spcPct val="130000"/>
              </a:lnSpc>
            </a:pPr>
            <a:r>
              <a:rPr lang="en-US" b="1" dirty="0">
                <a:solidFill>
                  <a:schemeClr val="lt1"/>
                </a:solidFill>
                <a:latin typeface="微软雅黑" panose="020B0503020204020204" pitchFamily="34" charset="-122"/>
                <a:ea typeface="微软雅黑" panose="020B0503020204020204" pitchFamily="34" charset="-122"/>
              </a:rPr>
              <a:t>03</a:t>
            </a:r>
            <a:endParaRPr lang="id-ID" b="1" dirty="0">
              <a:solidFill>
                <a:schemeClr val="lt1"/>
              </a:solidFill>
              <a:latin typeface="微软雅黑" panose="020B0503020204020204" pitchFamily="34" charset="-122"/>
              <a:ea typeface="微软雅黑" panose="020B0503020204020204" pitchFamily="34" charset="-122"/>
            </a:endParaRPr>
          </a:p>
        </p:txBody>
      </p:sp>
      <p:grpSp>
        <p:nvGrpSpPr>
          <p:cNvPr id="44" name="组合 43"/>
          <p:cNvGrpSpPr/>
          <p:nvPr/>
        </p:nvGrpSpPr>
        <p:grpSpPr>
          <a:xfrm>
            <a:off x="7090255" y="3769461"/>
            <a:ext cx="3949862" cy="830820"/>
            <a:chOff x="7175326" y="1088126"/>
            <a:chExt cx="4317544" cy="830820"/>
          </a:xfrm>
        </p:grpSpPr>
        <p:sp>
          <p:nvSpPr>
            <p:cNvPr id="45" name="Text Box 7"/>
            <p:cNvSpPr txBox="1">
              <a:spLocks noChangeArrowheads="1"/>
            </p:cNvSpPr>
            <p:nvPr/>
          </p:nvSpPr>
          <p:spPr>
            <a:xfrm>
              <a:off x="7175326" y="1088126"/>
              <a:ext cx="3441723" cy="46037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r>
                <a:rPr lang="zh-CN" sz="2400" b="1" dirty="0">
                  <a:solidFill>
                    <a:srgbClr val="174994"/>
                  </a:solidFill>
                  <a:latin typeface="Times New Roman" panose="02020603050405020304" charset="0"/>
                  <a:ea typeface="思源黑体" panose="020B0400000000000000" charset="-122"/>
                </a:rPr>
                <a:t>点击输入标题文本</a:t>
              </a:r>
            </a:p>
          </p:txBody>
        </p:sp>
        <p:sp>
          <p:nvSpPr>
            <p:cNvPr id="46" name="Rectangle 5"/>
            <p:cNvSpPr/>
            <p:nvPr/>
          </p:nvSpPr>
          <p:spPr>
            <a:xfrm>
              <a:off x="7247334" y="1566467"/>
              <a:ext cx="4245536" cy="352479"/>
            </a:xfrm>
            <a:prstGeom prst="rect">
              <a:avLst/>
            </a:prstGeom>
            <a:noFill/>
            <a:ln>
              <a:noFill/>
            </a:ln>
          </p:spPr>
          <p:txBody>
            <a:bodyPr lIns="0" tIns="0" rIns="0" bIns="0" anchor="t"/>
            <a:lstStyle/>
            <a:p>
              <a:pPr algn="just">
                <a:lnSpc>
                  <a:spcPct val="150000"/>
                </a:lnSpc>
              </a:pPr>
              <a:r>
                <a:rPr lang="zh-CN" altLang="en-US" sz="1150"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a:t>
              </a:r>
            </a:p>
          </p:txBody>
        </p:sp>
      </p:grpSp>
      <p:grpSp>
        <p:nvGrpSpPr>
          <p:cNvPr id="48" name="组合 47"/>
          <p:cNvGrpSpPr/>
          <p:nvPr/>
        </p:nvGrpSpPr>
        <p:grpSpPr>
          <a:xfrm>
            <a:off x="7090255" y="5237366"/>
            <a:ext cx="3949862" cy="830820"/>
            <a:chOff x="7175326" y="1088126"/>
            <a:chExt cx="4317544" cy="830820"/>
          </a:xfrm>
        </p:grpSpPr>
        <p:sp>
          <p:nvSpPr>
            <p:cNvPr id="49" name="Text Box 7"/>
            <p:cNvSpPr txBox="1">
              <a:spLocks noChangeArrowheads="1"/>
            </p:cNvSpPr>
            <p:nvPr/>
          </p:nvSpPr>
          <p:spPr>
            <a:xfrm>
              <a:off x="7175326" y="1088126"/>
              <a:ext cx="3441723" cy="46037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r>
                <a:rPr lang="zh-CN" sz="2400" b="1" dirty="0">
                  <a:solidFill>
                    <a:srgbClr val="174994"/>
                  </a:solidFill>
                  <a:latin typeface="Times New Roman" panose="02020603050405020304" charset="0"/>
                  <a:ea typeface="思源黑体" panose="020B0400000000000000" charset="-122"/>
                </a:rPr>
                <a:t>点击输入标题文本</a:t>
              </a:r>
            </a:p>
          </p:txBody>
        </p:sp>
        <p:sp>
          <p:nvSpPr>
            <p:cNvPr id="50" name="Rectangle 5"/>
            <p:cNvSpPr/>
            <p:nvPr/>
          </p:nvSpPr>
          <p:spPr>
            <a:xfrm>
              <a:off x="7247334" y="1566467"/>
              <a:ext cx="4245536" cy="352479"/>
            </a:xfrm>
            <a:prstGeom prst="rect">
              <a:avLst/>
            </a:prstGeom>
            <a:noFill/>
            <a:ln>
              <a:noFill/>
            </a:ln>
          </p:spPr>
          <p:txBody>
            <a:bodyPr lIns="0" tIns="0" rIns="0" bIns="0" anchor="t"/>
            <a:lstStyle/>
            <a:p>
              <a:pPr algn="just">
                <a:lnSpc>
                  <a:spcPct val="150000"/>
                </a:lnSpc>
              </a:pPr>
              <a:r>
                <a:rPr lang="zh-CN" altLang="en-US" sz="1150" dirty="0">
                  <a:latin typeface="Times New Roman" panose="02020603050405020304" charset="0"/>
                  <a:ea typeface="思源黑体" panose="020B0400000000000000" charset="-122"/>
                </a:rPr>
                <a:t>点击此处输入标题文本点击此处输入标题文本点击此处输入标题文本点击此处输入标题文本点击此处输入标题文本</a:t>
              </a:r>
            </a:p>
          </p:txBody>
        </p:sp>
      </p:grpSp>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l="9373"/>
          <a:stretch>
            <a:fillRect/>
          </a:stretch>
        </p:blipFill>
        <p:spPr>
          <a:xfrm>
            <a:off x="903089" y="2559868"/>
            <a:ext cx="4079295" cy="337586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4.1  </a:t>
            </a:r>
            <a:r>
              <a:rPr lang="zh-CN" altLang="en-US" sz="3600" b="1" dirty="0">
                <a:solidFill>
                  <a:srgbClr val="174994"/>
                </a:solidFill>
                <a:latin typeface="Times New Roman" panose="02020603050405020304" charset="0"/>
                <a:ea typeface="思源黑体" panose="020B0400000000000000" charset="-122"/>
              </a:rPr>
              <a:t>结果分析</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09</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8392774" y="0"/>
            <a:ext cx="2060295"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9117092"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3" name="图片 2"/>
          <p:cNvPicPr>
            <a:picLocks noChangeAspect="1"/>
          </p:cNvPicPr>
          <p:nvPr/>
        </p:nvPicPr>
        <p:blipFill>
          <a:blip r:embed="rId3" cstate="print">
            <a:extLst>
              <a:ext uri="{BEBA8EAE-BF5A-486C-A8C5-ECC9F3942E4B}">
                <a14:imgProps xmlns:a14="http://schemas.microsoft.com/office/drawing/2010/main">
                  <a14:imgLayer r:embed="rId4">
                    <a14:imgEffect>
                      <a14:saturation sat="150000"/>
                    </a14:imgEffect>
                  </a14:imgLayer>
                </a14:imgProps>
              </a:ext>
              <a:ext uri="{28A0092B-C50C-407E-A947-70E740481C1C}">
                <a14:useLocalDpi xmlns:a14="http://schemas.microsoft.com/office/drawing/2010/main" val="0"/>
              </a:ext>
            </a:extLst>
          </a:blip>
          <a:stretch>
            <a:fillRect/>
          </a:stretch>
        </p:blipFill>
        <p:spPr>
          <a:xfrm>
            <a:off x="4710685" y="2277795"/>
            <a:ext cx="2770630" cy="4163642"/>
          </a:xfrm>
          <a:prstGeom prst="rect">
            <a:avLst/>
          </a:prstGeom>
        </p:spPr>
      </p:pic>
      <p:sp>
        <p:nvSpPr>
          <p:cNvPr id="4" name="矩形 3"/>
          <p:cNvSpPr/>
          <p:nvPr/>
        </p:nvSpPr>
        <p:spPr>
          <a:xfrm>
            <a:off x="1654648" y="2277795"/>
            <a:ext cx="2773480" cy="4163642"/>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285750" indent="-285750" algn="ctr">
              <a:buFont typeface="Arial" panose="020B0604020202020204" pitchFamily="34" charset="0"/>
              <a:buChar char="•"/>
            </a:pPr>
            <a:endParaRPr lang="zh-CN" altLang="en-US" dirty="0"/>
          </a:p>
        </p:txBody>
      </p:sp>
      <p:sp>
        <p:nvSpPr>
          <p:cNvPr id="33" name="矩形 32"/>
          <p:cNvSpPr/>
          <p:nvPr/>
        </p:nvSpPr>
        <p:spPr>
          <a:xfrm>
            <a:off x="7820112" y="2277795"/>
            <a:ext cx="2773480" cy="41636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4" name="Text Box 7"/>
          <p:cNvSpPr txBox="1">
            <a:spLocks noChangeArrowheads="1"/>
          </p:cNvSpPr>
          <p:nvPr/>
        </p:nvSpPr>
        <p:spPr>
          <a:xfrm>
            <a:off x="1986125" y="2466363"/>
            <a:ext cx="2019345" cy="46037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pPr algn="ctr"/>
            <a:r>
              <a:rPr lang="zh-CN" sz="2400" b="1" dirty="0">
                <a:solidFill>
                  <a:schemeClr val="bg1"/>
                </a:solidFill>
                <a:latin typeface="Times New Roman" panose="02020603050405020304" charset="0"/>
                <a:ea typeface="思源黑体" panose="020B0400000000000000" charset="-122"/>
              </a:rPr>
              <a:t>点击输入文本</a:t>
            </a:r>
          </a:p>
        </p:txBody>
      </p:sp>
      <p:sp>
        <p:nvSpPr>
          <p:cNvPr id="36" name="Text Box 7"/>
          <p:cNvSpPr txBox="1">
            <a:spLocks noChangeArrowheads="1"/>
          </p:cNvSpPr>
          <p:nvPr/>
        </p:nvSpPr>
        <p:spPr>
          <a:xfrm>
            <a:off x="1754493" y="3211889"/>
            <a:ext cx="2573789" cy="306641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pPr marL="285750" indent="-285750">
              <a:lnSpc>
                <a:spcPts val="2200"/>
              </a:lnSpc>
              <a:spcBef>
                <a:spcPts val="600"/>
              </a:spcBef>
              <a:spcAft>
                <a:spcPts val="600"/>
              </a:spcAft>
              <a:buFont typeface="Wingdings" panose="05000000000000000000" pitchFamily="2" charset="2"/>
              <a:buChar char="u"/>
            </a:pPr>
            <a:r>
              <a:rPr lang="zh-CN" altLang="en-US" sz="1600" dirty="0">
                <a:solidFill>
                  <a:schemeClr val="bg1"/>
                </a:solidFill>
                <a:latin typeface="Times New Roman" panose="02020603050405020304" charset="0"/>
                <a:ea typeface="思源黑体" panose="020B0400000000000000" charset="-122"/>
              </a:rPr>
              <a:t>点击输入文本</a:t>
            </a:r>
            <a:r>
              <a:rPr lang="zh-CN" altLang="zh-CN" sz="1600" dirty="0">
                <a:solidFill>
                  <a:schemeClr val="bg1"/>
                </a:solidFill>
                <a:latin typeface="Times New Roman" panose="02020603050405020304" charset="0"/>
                <a:ea typeface="思源黑体" panose="020B0400000000000000" charset="-122"/>
              </a:rPr>
              <a:t>点击输入文本点击输入文本点击输入文本点击输入文本点击输入文本点击输入文本</a:t>
            </a:r>
            <a:endParaRPr lang="en-US" altLang="zh-CN" sz="1600" dirty="0">
              <a:solidFill>
                <a:schemeClr val="bg1"/>
              </a:solidFill>
              <a:latin typeface="Times New Roman" panose="02020603050405020304" charset="0"/>
              <a:ea typeface="思源黑体" panose="020B0400000000000000" charset="-122"/>
            </a:endParaRPr>
          </a:p>
          <a:p>
            <a:pPr marL="285750" indent="-285750">
              <a:lnSpc>
                <a:spcPts val="2200"/>
              </a:lnSpc>
              <a:spcBef>
                <a:spcPts val="600"/>
              </a:spcBef>
              <a:spcAft>
                <a:spcPts val="600"/>
              </a:spcAft>
              <a:buFont typeface="Wingdings" panose="05000000000000000000" pitchFamily="2" charset="2"/>
              <a:buChar char="u"/>
            </a:pPr>
            <a:r>
              <a:rPr lang="zh-CN" altLang="zh-CN" sz="1600" dirty="0">
                <a:solidFill>
                  <a:schemeClr val="bg1"/>
                </a:solidFill>
                <a:latin typeface="Times New Roman" panose="02020603050405020304" charset="0"/>
                <a:ea typeface="思源黑体" panose="020B0400000000000000" charset="-122"/>
              </a:rPr>
              <a:t>点击输入文本点击输入文本点击输入文本点击输入文本点击输入文本点击输入文本点击输入文本</a:t>
            </a:r>
            <a:endParaRPr lang="en-US" altLang="zh-CN" sz="1600" dirty="0">
              <a:solidFill>
                <a:schemeClr val="bg1"/>
              </a:solidFill>
              <a:latin typeface="Times New Roman" panose="02020603050405020304" charset="0"/>
              <a:ea typeface="思源黑体" panose="020B0400000000000000" charset="-122"/>
            </a:endParaRPr>
          </a:p>
        </p:txBody>
      </p:sp>
      <p:sp>
        <p:nvSpPr>
          <p:cNvPr id="37" name="Text Box 7"/>
          <p:cNvSpPr txBox="1">
            <a:spLocks noChangeArrowheads="1"/>
          </p:cNvSpPr>
          <p:nvPr/>
        </p:nvSpPr>
        <p:spPr>
          <a:xfrm>
            <a:off x="8240786" y="2361471"/>
            <a:ext cx="2019345" cy="46037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pPr algn="ctr"/>
            <a:r>
              <a:rPr lang="zh-CN" sz="2400" b="1" dirty="0">
                <a:solidFill>
                  <a:srgbClr val="174994"/>
                </a:solidFill>
                <a:latin typeface="Times New Roman" panose="02020603050405020304" charset="0"/>
                <a:ea typeface="思源黑体" panose="020B0400000000000000" charset="-122"/>
              </a:rPr>
              <a:t>点击输入文本</a:t>
            </a:r>
          </a:p>
        </p:txBody>
      </p:sp>
      <p:sp>
        <p:nvSpPr>
          <p:cNvPr id="51" name="Text Box 7"/>
          <p:cNvSpPr txBox="1">
            <a:spLocks noChangeArrowheads="1"/>
          </p:cNvSpPr>
          <p:nvPr/>
        </p:nvSpPr>
        <p:spPr>
          <a:xfrm>
            <a:off x="7963563" y="3211889"/>
            <a:ext cx="2573789" cy="3066415"/>
          </a:xfrm>
          <a:prstGeom prst="rect">
            <a:avLst/>
          </a:prstGeom>
          <a:noFill/>
          <a:ln>
            <a:noFill/>
          </a:ln>
        </p:spPr>
        <p:txBody>
          <a:bodyPr wrap="square">
            <a:spAutoFit/>
          </a:bodyPr>
          <a:lstStyle>
            <a:lvl1pPr lvl="0">
              <a:defRPr>
                <a:solidFill>
                  <a:schemeClr val="tx1"/>
                </a:solidFill>
                <a:latin typeface="Arial" panose="020B0604020202020204"/>
                <a:ea typeface="宋体" pitchFamily="2" charset="-122"/>
              </a:defRPr>
            </a:lvl1pPr>
            <a:lvl2pPr marL="742950" lvl="1" indent="-285750">
              <a:defRPr>
                <a:solidFill>
                  <a:schemeClr val="tx1"/>
                </a:solidFill>
                <a:latin typeface="Arial" panose="020B0604020202020204"/>
                <a:ea typeface="宋体" pitchFamily="2" charset="-122"/>
              </a:defRPr>
            </a:lvl2pPr>
            <a:lvl3pPr marL="1143000" lvl="2" indent="-228600">
              <a:defRPr>
                <a:solidFill>
                  <a:schemeClr val="tx1"/>
                </a:solidFill>
                <a:latin typeface="Arial" panose="020B0604020202020204"/>
                <a:ea typeface="宋体" pitchFamily="2" charset="-122"/>
              </a:defRPr>
            </a:lvl3pPr>
            <a:lvl4pPr marL="1600200" lvl="3" indent="-228600">
              <a:defRPr>
                <a:solidFill>
                  <a:schemeClr val="tx1"/>
                </a:solidFill>
                <a:latin typeface="Arial" panose="020B0604020202020204"/>
                <a:ea typeface="宋体" pitchFamily="2" charset="-122"/>
              </a:defRPr>
            </a:lvl4pPr>
            <a:lvl5pPr marL="2057400" lvl="4" indent="-228600">
              <a:defRPr>
                <a:solidFill>
                  <a:schemeClr val="tx1"/>
                </a:solidFill>
                <a:latin typeface="Arial" panose="020B0604020202020204"/>
                <a:ea typeface="宋体" pitchFamily="2" charset="-122"/>
              </a:defRPr>
            </a:lvl5pPr>
            <a:lvl6pPr marL="2514600" lvl="5" indent="-228600">
              <a:spcBef>
                <a:spcPct val="0"/>
              </a:spcBef>
              <a:spcAft>
                <a:spcPct val="0"/>
              </a:spcAft>
              <a:defRPr>
                <a:solidFill>
                  <a:schemeClr val="tx1"/>
                </a:solidFill>
                <a:latin typeface="Arial" panose="020B0604020202020204"/>
                <a:ea typeface="宋体" pitchFamily="2" charset="-122"/>
              </a:defRPr>
            </a:lvl6pPr>
            <a:lvl7pPr marL="2971800" lvl="6" indent="-228600">
              <a:spcBef>
                <a:spcPct val="0"/>
              </a:spcBef>
              <a:spcAft>
                <a:spcPct val="0"/>
              </a:spcAft>
              <a:defRPr>
                <a:solidFill>
                  <a:schemeClr val="tx1"/>
                </a:solidFill>
                <a:latin typeface="Arial" panose="020B0604020202020204"/>
                <a:ea typeface="宋体" pitchFamily="2" charset="-122"/>
              </a:defRPr>
            </a:lvl7pPr>
            <a:lvl8pPr marL="3429000" lvl="7" indent="-228600">
              <a:spcBef>
                <a:spcPct val="0"/>
              </a:spcBef>
              <a:spcAft>
                <a:spcPct val="0"/>
              </a:spcAft>
              <a:defRPr>
                <a:solidFill>
                  <a:schemeClr val="tx1"/>
                </a:solidFill>
                <a:latin typeface="Arial" panose="020B0604020202020204"/>
                <a:ea typeface="宋体" pitchFamily="2" charset="-122"/>
              </a:defRPr>
            </a:lvl8pPr>
            <a:lvl9pPr marL="3886200" lvl="8" indent="-228600">
              <a:spcBef>
                <a:spcPct val="0"/>
              </a:spcBef>
              <a:spcAft>
                <a:spcPct val="0"/>
              </a:spcAft>
              <a:defRPr>
                <a:solidFill>
                  <a:schemeClr val="tx1"/>
                </a:solidFill>
                <a:latin typeface="Arial" panose="020B0604020202020204"/>
                <a:ea typeface="宋体" pitchFamily="2" charset="-122"/>
              </a:defRPr>
            </a:lvl9pPr>
          </a:lstStyle>
          <a:p>
            <a:pPr marL="285750" indent="-285750">
              <a:lnSpc>
                <a:spcPts val="2200"/>
              </a:lnSpc>
              <a:spcBef>
                <a:spcPts val="600"/>
              </a:spcBef>
              <a:spcAft>
                <a:spcPts val="600"/>
              </a:spcAft>
              <a:buFont typeface="Wingdings" panose="05000000000000000000" pitchFamily="2" charset="2"/>
              <a:buChar char="u"/>
            </a:pPr>
            <a:r>
              <a:rPr lang="zh-CN" altLang="en-US" sz="1600" dirty="0">
                <a:solidFill>
                  <a:srgbClr val="174994"/>
                </a:solidFill>
                <a:latin typeface="Times New Roman" panose="02020603050405020304" charset="0"/>
                <a:ea typeface="思源黑体" panose="020B0400000000000000" charset="-122"/>
              </a:rPr>
              <a:t>点击输入文本</a:t>
            </a:r>
            <a:r>
              <a:rPr lang="zh-CN" altLang="zh-CN" sz="1600" dirty="0">
                <a:solidFill>
                  <a:srgbClr val="174994"/>
                </a:solidFill>
                <a:latin typeface="Times New Roman" panose="02020603050405020304" charset="0"/>
                <a:ea typeface="思源黑体" panose="020B0400000000000000" charset="-122"/>
              </a:rPr>
              <a:t>点击输入文本点击输入文本点击输入文本点击输入文本点击输入文本点击输入文本</a:t>
            </a:r>
            <a:endParaRPr lang="en-US" altLang="zh-CN" sz="1600" dirty="0">
              <a:solidFill>
                <a:srgbClr val="174994"/>
              </a:solidFill>
              <a:latin typeface="Times New Roman" panose="02020603050405020304" charset="0"/>
              <a:ea typeface="思源黑体" panose="020B0400000000000000" charset="-122"/>
            </a:endParaRPr>
          </a:p>
          <a:p>
            <a:pPr marL="285750" indent="-285750">
              <a:lnSpc>
                <a:spcPts val="2200"/>
              </a:lnSpc>
              <a:spcBef>
                <a:spcPts val="600"/>
              </a:spcBef>
              <a:spcAft>
                <a:spcPts val="600"/>
              </a:spcAft>
              <a:buFont typeface="Wingdings" panose="05000000000000000000" pitchFamily="2" charset="2"/>
              <a:buChar char="u"/>
            </a:pPr>
            <a:r>
              <a:rPr lang="zh-CN" altLang="zh-CN" sz="1600" dirty="0">
                <a:solidFill>
                  <a:srgbClr val="174994"/>
                </a:solidFill>
                <a:latin typeface="Times New Roman" panose="02020603050405020304" charset="0"/>
                <a:ea typeface="思源黑体" panose="020B0400000000000000" charset="-122"/>
              </a:rPr>
              <a:t>点击输入文本点击输入文本点击输入文本点击输入文本点击输入文本点击输入文本点击输入文本</a:t>
            </a:r>
            <a:endParaRPr lang="en-US" altLang="zh-CN" sz="1600" dirty="0">
              <a:solidFill>
                <a:srgbClr val="174994"/>
              </a:solidFill>
              <a:latin typeface="Times New Roman" panose="02020603050405020304" charset="0"/>
              <a:ea typeface="思源黑体" panose="020B04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直角三角形 4"/>
          <p:cNvSpPr/>
          <p:nvPr/>
        </p:nvSpPr>
        <p:spPr>
          <a:xfrm>
            <a:off x="0" y="5039139"/>
            <a:ext cx="1818861" cy="1818861"/>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直角三角形 5"/>
          <p:cNvSpPr/>
          <p:nvPr/>
        </p:nvSpPr>
        <p:spPr>
          <a:xfrm flipH="1" flipV="1">
            <a:off x="9786082" y="-1"/>
            <a:ext cx="2405917" cy="2405917"/>
          </a:xfrm>
          <a:prstGeom prst="r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文本框 6"/>
          <p:cNvSpPr txBox="1"/>
          <p:nvPr/>
        </p:nvSpPr>
        <p:spPr>
          <a:xfrm>
            <a:off x="5227091" y="1694838"/>
            <a:ext cx="1446530" cy="3153410"/>
          </a:xfrm>
          <a:prstGeom prst="rect">
            <a:avLst/>
          </a:prstGeom>
          <a:noFill/>
        </p:spPr>
        <p:txBody>
          <a:bodyPr wrap="none" rtlCol="0">
            <a:spAutoFit/>
          </a:bodyPr>
          <a:lstStyle/>
          <a:p>
            <a:r>
              <a:rPr lang="en-US" altLang="zh-CN" sz="19900" b="1" dirty="0">
                <a:solidFill>
                  <a:srgbClr val="174994">
                    <a:alpha val="38000"/>
                  </a:srgbClr>
                </a:solidFill>
                <a:latin typeface="Times New Roman" panose="02020603050405020304" charset="0"/>
                <a:ea typeface="思源黑体" panose="020B0400000000000000" charset="-122"/>
              </a:rPr>
              <a:t>5</a:t>
            </a:r>
          </a:p>
        </p:txBody>
      </p:sp>
      <p:sp>
        <p:nvSpPr>
          <p:cNvPr id="9" name="文本框 8"/>
          <p:cNvSpPr txBox="1"/>
          <p:nvPr/>
        </p:nvSpPr>
        <p:spPr>
          <a:xfrm>
            <a:off x="4855995" y="2782669"/>
            <a:ext cx="2472055" cy="645160"/>
          </a:xfrm>
          <a:prstGeom prst="rect">
            <a:avLst/>
          </a:prstGeom>
          <a:noFill/>
        </p:spPr>
        <p:txBody>
          <a:bodyPr wrap="none" rtlCol="0">
            <a:spAutoFit/>
          </a:bodyPr>
          <a:lstStyle/>
          <a:p>
            <a:r>
              <a:rPr lang="zh-CN" altLang="en-US" sz="3600" b="1" dirty="0">
                <a:latin typeface="Times New Roman" panose="02020603050405020304" charset="0"/>
                <a:ea typeface="思源黑体" panose="020B0400000000000000" charset="-122"/>
              </a:rPr>
              <a:t>总结与展望</a:t>
            </a:r>
          </a:p>
        </p:txBody>
      </p:sp>
      <p:sp>
        <p:nvSpPr>
          <p:cNvPr id="10" name="文本框 9"/>
          <p:cNvSpPr txBox="1"/>
          <p:nvPr/>
        </p:nvSpPr>
        <p:spPr>
          <a:xfrm>
            <a:off x="5072084" y="3606757"/>
            <a:ext cx="2068830" cy="337185"/>
          </a:xfrm>
          <a:prstGeom prst="rect">
            <a:avLst/>
          </a:prstGeom>
          <a:noFill/>
        </p:spPr>
        <p:txBody>
          <a:bodyPr wrap="none" rtlCol="0">
            <a:spAutoFit/>
          </a:bodyPr>
          <a:lstStyle/>
          <a:p>
            <a:pPr algn="ctr"/>
            <a:r>
              <a:rPr lang="en-US" altLang="zh-CN" sz="1600" dirty="0">
                <a:latin typeface="Times New Roman" panose="02020603050405020304" charset="0"/>
                <a:ea typeface="思源黑体" panose="020B0400000000000000" charset="-122"/>
              </a:rPr>
              <a:t>Summary and Prospect</a:t>
            </a:r>
          </a:p>
        </p:txBody>
      </p:sp>
      <p:sp>
        <p:nvSpPr>
          <p:cNvPr id="11" name="矩形 10"/>
          <p:cNvSpPr/>
          <p:nvPr/>
        </p:nvSpPr>
        <p:spPr>
          <a:xfrm flipV="1">
            <a:off x="3487189" y="3512166"/>
            <a:ext cx="5238619" cy="45719"/>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13" y="78833"/>
            <a:ext cx="2554357" cy="53899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图片 73"/>
          <p:cNvPicPr>
            <a:picLocks noChangeAspect="1"/>
          </p:cNvPicPr>
          <p:nvPr/>
        </p:nvPicPr>
        <p:blipFill>
          <a:blip r:embed="rId2" cstate="print">
            <a:extLst>
              <a:ext uri="{28A0092B-C50C-407E-A947-70E740481C1C}">
                <a14:useLocalDpi xmlns:a14="http://schemas.microsoft.com/office/drawing/2010/main" val="0"/>
              </a:ext>
            </a:extLst>
          </a:blip>
          <a:srcRect l="778" t="66478" r="5902" b="828"/>
          <a:stretch>
            <a:fillRect/>
          </a:stretch>
        </p:blipFill>
        <p:spPr>
          <a:xfrm>
            <a:off x="8675203" y="3172041"/>
            <a:ext cx="1719470" cy="1001245"/>
          </a:xfrm>
          <a:custGeom>
            <a:avLst/>
            <a:gdLst>
              <a:gd name="connsiteX0" fmla="*/ 859735 w 1719470"/>
              <a:gd name="connsiteY0" fmla="*/ 0 h 1001245"/>
              <a:gd name="connsiteX1" fmla="*/ 1719470 w 1719470"/>
              <a:gd name="connsiteY1" fmla="*/ 859735 h 1001245"/>
              <a:gd name="connsiteX2" fmla="*/ 1705205 w 1719470"/>
              <a:gd name="connsiteY2" fmla="*/ 1001245 h 1001245"/>
              <a:gd name="connsiteX3" fmla="*/ 14266 w 1719470"/>
              <a:gd name="connsiteY3" fmla="*/ 1001245 h 1001245"/>
              <a:gd name="connsiteX4" fmla="*/ 0 w 1719470"/>
              <a:gd name="connsiteY4" fmla="*/ 859735 h 1001245"/>
              <a:gd name="connsiteX5" fmla="*/ 859735 w 1719470"/>
              <a:gd name="connsiteY5" fmla="*/ 0 h 100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9470" h="1001245">
                <a:moveTo>
                  <a:pt x="859735" y="0"/>
                </a:moveTo>
                <a:cubicBezTo>
                  <a:pt x="1334554" y="0"/>
                  <a:pt x="1719470" y="384916"/>
                  <a:pt x="1719470" y="859735"/>
                </a:cubicBezTo>
                <a:lnTo>
                  <a:pt x="1705205" y="1001245"/>
                </a:lnTo>
                <a:lnTo>
                  <a:pt x="14266" y="1001245"/>
                </a:lnTo>
                <a:lnTo>
                  <a:pt x="0" y="859735"/>
                </a:lnTo>
                <a:cubicBezTo>
                  <a:pt x="0" y="384916"/>
                  <a:pt x="384916" y="0"/>
                  <a:pt x="859735" y="0"/>
                </a:cubicBezTo>
                <a:close/>
              </a:path>
            </a:pathLst>
          </a:custGeom>
        </p:spPr>
      </p:pic>
      <p:pic>
        <p:nvPicPr>
          <p:cNvPr id="71" name="图片 70"/>
          <p:cNvPicPr>
            <a:picLocks noChangeAspect="1"/>
          </p:cNvPicPr>
          <p:nvPr/>
        </p:nvPicPr>
        <p:blipFill>
          <a:blip r:embed="rId3" cstate="print">
            <a:extLst>
              <a:ext uri="{28A0092B-C50C-407E-A947-70E740481C1C}">
                <a14:useLocalDpi xmlns:a14="http://schemas.microsoft.com/office/drawing/2010/main" val="0"/>
              </a:ext>
            </a:extLst>
          </a:blip>
          <a:srcRect l="6601" t="38217" r="1622" b="7085"/>
          <a:stretch>
            <a:fillRect/>
          </a:stretch>
        </p:blipFill>
        <p:spPr>
          <a:xfrm>
            <a:off x="6970072" y="4173989"/>
            <a:ext cx="1690797" cy="717522"/>
          </a:xfrm>
          <a:custGeom>
            <a:avLst/>
            <a:gdLst>
              <a:gd name="connsiteX0" fmla="*/ 0 w 1690797"/>
              <a:gd name="connsiteY0" fmla="*/ 0 h 717522"/>
              <a:gd name="connsiteX1" fmla="*/ 1690797 w 1690797"/>
              <a:gd name="connsiteY1" fmla="*/ 0 h 717522"/>
              <a:gd name="connsiteX2" fmla="*/ 1687667 w 1690797"/>
              <a:gd name="connsiteY2" fmla="*/ 31054 h 717522"/>
              <a:gd name="connsiteX3" fmla="*/ 845398 w 1690797"/>
              <a:gd name="connsiteY3" fmla="*/ 717522 h 717522"/>
              <a:gd name="connsiteX4" fmla="*/ 3130 w 1690797"/>
              <a:gd name="connsiteY4" fmla="*/ 31054 h 717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797" h="717522">
                <a:moveTo>
                  <a:pt x="0" y="0"/>
                </a:moveTo>
                <a:lnTo>
                  <a:pt x="1690797" y="0"/>
                </a:lnTo>
                <a:lnTo>
                  <a:pt x="1687667" y="31054"/>
                </a:lnTo>
                <a:cubicBezTo>
                  <a:pt x="1607500" y="422821"/>
                  <a:pt x="1260865" y="717522"/>
                  <a:pt x="845398" y="717522"/>
                </a:cubicBezTo>
                <a:cubicBezTo>
                  <a:pt x="429932" y="717522"/>
                  <a:pt x="83297" y="422821"/>
                  <a:pt x="3130" y="31054"/>
                </a:cubicBezTo>
                <a:close/>
              </a:path>
            </a:pathLst>
          </a:custGeom>
        </p:spPr>
      </p:pic>
      <p:pic>
        <p:nvPicPr>
          <p:cNvPr id="68" name="图片 67"/>
          <p:cNvPicPr>
            <a:picLocks noChangeAspect="1"/>
          </p:cNvPicPr>
          <p:nvPr/>
        </p:nvPicPr>
        <p:blipFill>
          <a:blip r:embed="rId4" cstate="print">
            <a:extLst>
              <a:ext uri="{28A0092B-C50C-407E-A947-70E740481C1C}">
                <a14:useLocalDpi xmlns:a14="http://schemas.microsoft.com/office/drawing/2010/main" val="0"/>
              </a:ext>
            </a:extLst>
          </a:blip>
          <a:srcRect l="2899" t="48769" r="2893" b="10840"/>
          <a:stretch>
            <a:fillRect/>
          </a:stretch>
        </p:blipFill>
        <p:spPr>
          <a:xfrm>
            <a:off x="5236265" y="3195116"/>
            <a:ext cx="1719470" cy="978170"/>
          </a:xfrm>
          <a:custGeom>
            <a:avLst/>
            <a:gdLst>
              <a:gd name="connsiteX0" fmla="*/ 859735 w 1719470"/>
              <a:gd name="connsiteY0" fmla="*/ 0 h 978170"/>
              <a:gd name="connsiteX1" fmla="*/ 1719470 w 1719470"/>
              <a:gd name="connsiteY1" fmla="*/ 859735 h 978170"/>
              <a:gd name="connsiteX2" fmla="*/ 1707531 w 1719470"/>
              <a:gd name="connsiteY2" fmla="*/ 978170 h 978170"/>
              <a:gd name="connsiteX3" fmla="*/ 11940 w 1719470"/>
              <a:gd name="connsiteY3" fmla="*/ 978170 h 978170"/>
              <a:gd name="connsiteX4" fmla="*/ 0 w 1719470"/>
              <a:gd name="connsiteY4" fmla="*/ 859735 h 978170"/>
              <a:gd name="connsiteX5" fmla="*/ 859735 w 1719470"/>
              <a:gd name="connsiteY5" fmla="*/ 0 h 97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9470" h="978170">
                <a:moveTo>
                  <a:pt x="859735" y="0"/>
                </a:moveTo>
                <a:cubicBezTo>
                  <a:pt x="1334554" y="0"/>
                  <a:pt x="1719470" y="384916"/>
                  <a:pt x="1719470" y="859735"/>
                </a:cubicBezTo>
                <a:lnTo>
                  <a:pt x="1707531" y="978170"/>
                </a:lnTo>
                <a:lnTo>
                  <a:pt x="11940" y="978170"/>
                </a:lnTo>
                <a:lnTo>
                  <a:pt x="0" y="859735"/>
                </a:lnTo>
                <a:cubicBezTo>
                  <a:pt x="0" y="384916"/>
                  <a:pt x="384916" y="0"/>
                  <a:pt x="859735" y="0"/>
                </a:cubicBezTo>
                <a:close/>
              </a:path>
            </a:pathLst>
          </a:custGeom>
        </p:spPr>
      </p:pic>
      <p:pic>
        <p:nvPicPr>
          <p:cNvPr id="65" name="图片 64"/>
          <p:cNvPicPr>
            <a:picLocks noChangeAspect="1"/>
          </p:cNvPicPr>
          <p:nvPr/>
        </p:nvPicPr>
        <p:blipFill>
          <a:blip r:embed="rId5" cstate="print">
            <a:extLst>
              <a:ext uri="{28A0092B-C50C-407E-A947-70E740481C1C}">
                <a14:useLocalDpi xmlns:a14="http://schemas.microsoft.com/office/drawing/2010/main" val="0"/>
              </a:ext>
            </a:extLst>
          </a:blip>
          <a:srcRect l="4588" t="19666" r="1198" b="57845"/>
          <a:stretch>
            <a:fillRect/>
          </a:stretch>
        </p:blipFill>
        <p:spPr>
          <a:xfrm>
            <a:off x="3531133" y="4173989"/>
            <a:ext cx="1690798" cy="717523"/>
          </a:xfrm>
          <a:custGeom>
            <a:avLst/>
            <a:gdLst>
              <a:gd name="connsiteX0" fmla="*/ 0 w 1690798"/>
              <a:gd name="connsiteY0" fmla="*/ 0 h 717523"/>
              <a:gd name="connsiteX1" fmla="*/ 1690798 w 1690798"/>
              <a:gd name="connsiteY1" fmla="*/ 0 h 717523"/>
              <a:gd name="connsiteX2" fmla="*/ 1687668 w 1690798"/>
              <a:gd name="connsiteY2" fmla="*/ 31055 h 717523"/>
              <a:gd name="connsiteX3" fmla="*/ 845399 w 1690798"/>
              <a:gd name="connsiteY3" fmla="*/ 717523 h 717523"/>
              <a:gd name="connsiteX4" fmla="*/ 3131 w 1690798"/>
              <a:gd name="connsiteY4" fmla="*/ 31055 h 717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798" h="717523">
                <a:moveTo>
                  <a:pt x="0" y="0"/>
                </a:moveTo>
                <a:lnTo>
                  <a:pt x="1690798" y="0"/>
                </a:lnTo>
                <a:lnTo>
                  <a:pt x="1687668" y="31055"/>
                </a:lnTo>
                <a:cubicBezTo>
                  <a:pt x="1607501" y="422822"/>
                  <a:pt x="1260866" y="717523"/>
                  <a:pt x="845399" y="717523"/>
                </a:cubicBezTo>
                <a:cubicBezTo>
                  <a:pt x="429933" y="717523"/>
                  <a:pt x="83298" y="422822"/>
                  <a:pt x="3131" y="31055"/>
                </a:cubicBezTo>
                <a:close/>
              </a:path>
            </a:pathLst>
          </a:custGeom>
        </p:spPr>
      </p:pic>
      <p:pic>
        <p:nvPicPr>
          <p:cNvPr id="62" name="图片 61"/>
          <p:cNvPicPr>
            <a:picLocks noChangeAspect="1"/>
          </p:cNvPicPr>
          <p:nvPr/>
        </p:nvPicPr>
        <p:blipFill>
          <a:blip r:embed="rId6" cstate="print">
            <a:extLst>
              <a:ext uri="{28A0092B-C50C-407E-A947-70E740481C1C}">
                <a14:useLocalDpi xmlns:a14="http://schemas.microsoft.com/office/drawing/2010/main" val="0"/>
              </a:ext>
            </a:extLst>
          </a:blip>
          <a:srcRect l="831" t="42119" b="21256"/>
          <a:stretch>
            <a:fillRect/>
          </a:stretch>
        </p:blipFill>
        <p:spPr>
          <a:xfrm>
            <a:off x="1797328" y="3224933"/>
            <a:ext cx="1711891" cy="948353"/>
          </a:xfrm>
          <a:custGeom>
            <a:avLst/>
            <a:gdLst>
              <a:gd name="connsiteX0" fmla="*/ 859735 w 1711891"/>
              <a:gd name="connsiteY0" fmla="*/ 0 h 948353"/>
              <a:gd name="connsiteX1" fmla="*/ 1702003 w 1711891"/>
              <a:gd name="connsiteY1" fmla="*/ 686468 h 948353"/>
              <a:gd name="connsiteX2" fmla="*/ 1711891 w 1711891"/>
              <a:gd name="connsiteY2" fmla="*/ 751256 h 948353"/>
              <a:gd name="connsiteX3" fmla="*/ 1711891 w 1711891"/>
              <a:gd name="connsiteY3" fmla="*/ 934921 h 948353"/>
              <a:gd name="connsiteX4" fmla="*/ 1710537 w 1711891"/>
              <a:gd name="connsiteY4" fmla="*/ 948353 h 948353"/>
              <a:gd name="connsiteX5" fmla="*/ 8934 w 1711891"/>
              <a:gd name="connsiteY5" fmla="*/ 948353 h 948353"/>
              <a:gd name="connsiteX6" fmla="*/ 0 w 1711891"/>
              <a:gd name="connsiteY6" fmla="*/ 859735 h 948353"/>
              <a:gd name="connsiteX7" fmla="*/ 859735 w 1711891"/>
              <a:gd name="connsiteY7" fmla="*/ 0 h 94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1891" h="948353">
                <a:moveTo>
                  <a:pt x="859735" y="0"/>
                </a:moveTo>
                <a:cubicBezTo>
                  <a:pt x="1275202" y="0"/>
                  <a:pt x="1621836" y="294701"/>
                  <a:pt x="1702003" y="686468"/>
                </a:cubicBezTo>
                <a:lnTo>
                  <a:pt x="1711891" y="751256"/>
                </a:lnTo>
                <a:lnTo>
                  <a:pt x="1711891" y="934921"/>
                </a:lnTo>
                <a:lnTo>
                  <a:pt x="1710537" y="948353"/>
                </a:lnTo>
                <a:lnTo>
                  <a:pt x="8934" y="948353"/>
                </a:lnTo>
                <a:lnTo>
                  <a:pt x="0" y="859735"/>
                </a:lnTo>
                <a:cubicBezTo>
                  <a:pt x="0" y="384916"/>
                  <a:pt x="384916" y="0"/>
                  <a:pt x="859735" y="0"/>
                </a:cubicBezTo>
                <a:close/>
              </a:path>
            </a:pathLst>
          </a:custGeom>
        </p:spPr>
      </p:pic>
      <p:sp>
        <p:nvSpPr>
          <p:cNvPr id="35" name="文本框 34"/>
          <p:cNvSpPr txBox="1"/>
          <p:nvPr/>
        </p:nvSpPr>
        <p:spPr>
          <a:xfrm>
            <a:off x="254507" y="1470061"/>
            <a:ext cx="189865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5.1  </a:t>
            </a:r>
            <a:r>
              <a:rPr lang="zh-CN" altLang="en-US" sz="3600" b="1" dirty="0">
                <a:solidFill>
                  <a:srgbClr val="174994"/>
                </a:solidFill>
                <a:latin typeface="Times New Roman" panose="02020603050405020304" charset="0"/>
                <a:ea typeface="思源黑体" panose="020B0400000000000000" charset="-122"/>
              </a:rPr>
              <a:t>总结</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10</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10453068" y="-3205"/>
            <a:ext cx="1738932"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10874094"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文本框 5"/>
          <p:cNvSpPr txBox="1"/>
          <p:nvPr/>
        </p:nvSpPr>
        <p:spPr>
          <a:xfrm>
            <a:off x="2068672" y="4381759"/>
            <a:ext cx="1099820" cy="368300"/>
          </a:xfrm>
          <a:prstGeom prst="rect">
            <a:avLst/>
          </a:prstGeom>
          <a:noFill/>
        </p:spPr>
        <p:txBody>
          <a:bodyPr wrap="none" rtlCol="0">
            <a:spAutoFit/>
          </a:bodyPr>
          <a:lstStyle/>
          <a:p>
            <a:pPr algn="ctr"/>
            <a:r>
              <a:rPr lang="zh-CN" altLang="en-US" b="1" dirty="0">
                <a:solidFill>
                  <a:srgbClr val="174994"/>
                </a:solidFill>
                <a:latin typeface="Times New Roman" panose="02020603050405020304" charset="0"/>
                <a:ea typeface="思源黑体" panose="020B0400000000000000" charset="-122"/>
              </a:rPr>
              <a:t>输入标题</a:t>
            </a:r>
          </a:p>
        </p:txBody>
      </p:sp>
      <p:sp>
        <p:nvSpPr>
          <p:cNvPr id="9" name="文本框 8"/>
          <p:cNvSpPr txBox="1"/>
          <p:nvPr/>
        </p:nvSpPr>
        <p:spPr>
          <a:xfrm>
            <a:off x="1801433" y="4751091"/>
            <a:ext cx="1383030" cy="1116965"/>
          </a:xfrm>
          <a:prstGeom prst="rect">
            <a:avLst/>
          </a:prstGeom>
          <a:noFill/>
        </p:spPr>
        <p:txBody>
          <a:bodyPr wrap="none" rtlCol="0">
            <a:spAutoFit/>
          </a:bodyPr>
          <a:lstStyle/>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endParaRPr lang="en-US" altLang="zh-CN" sz="1200" dirty="0">
              <a:latin typeface="Times New Roman" panose="02020603050405020304" charset="0"/>
              <a:ea typeface="思源黑体" panose="020B0400000000000000" charset="-122"/>
            </a:endParaRP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p:txBody>
      </p:sp>
      <p:sp>
        <p:nvSpPr>
          <p:cNvPr id="54" name="文本框 53"/>
          <p:cNvSpPr txBox="1"/>
          <p:nvPr/>
        </p:nvSpPr>
        <p:spPr>
          <a:xfrm>
            <a:off x="3868558" y="2536882"/>
            <a:ext cx="1099820" cy="368300"/>
          </a:xfrm>
          <a:prstGeom prst="rect">
            <a:avLst/>
          </a:prstGeom>
          <a:noFill/>
        </p:spPr>
        <p:txBody>
          <a:bodyPr wrap="none" rtlCol="0">
            <a:spAutoFit/>
          </a:bodyPr>
          <a:lstStyle/>
          <a:p>
            <a:pPr algn="ctr"/>
            <a:r>
              <a:rPr lang="zh-CN" altLang="en-US" b="1" dirty="0">
                <a:solidFill>
                  <a:srgbClr val="174994"/>
                </a:solidFill>
                <a:latin typeface="Times New Roman" panose="02020603050405020304" charset="0"/>
                <a:ea typeface="思源黑体" panose="020B0400000000000000" charset="-122"/>
              </a:rPr>
              <a:t>输入标题</a:t>
            </a:r>
          </a:p>
        </p:txBody>
      </p:sp>
      <p:sp>
        <p:nvSpPr>
          <p:cNvPr id="55" name="文本框 54"/>
          <p:cNvSpPr txBox="1"/>
          <p:nvPr/>
        </p:nvSpPr>
        <p:spPr>
          <a:xfrm>
            <a:off x="3601319" y="2931392"/>
            <a:ext cx="1383030" cy="1116965"/>
          </a:xfrm>
          <a:prstGeom prst="rect">
            <a:avLst/>
          </a:prstGeom>
          <a:noFill/>
        </p:spPr>
        <p:txBody>
          <a:bodyPr wrap="none" rtlCol="0">
            <a:spAutoFit/>
          </a:bodyPr>
          <a:lstStyle/>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endParaRPr lang="en-US" altLang="zh-CN" sz="1200" dirty="0">
              <a:latin typeface="Times New Roman" panose="02020603050405020304" charset="0"/>
              <a:ea typeface="思源黑体" panose="020B0400000000000000" charset="-122"/>
            </a:endParaRP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p:txBody>
      </p:sp>
      <p:sp>
        <p:nvSpPr>
          <p:cNvPr id="56" name="文本框 55"/>
          <p:cNvSpPr txBox="1"/>
          <p:nvPr/>
        </p:nvSpPr>
        <p:spPr>
          <a:xfrm>
            <a:off x="5623461" y="4381759"/>
            <a:ext cx="1099820" cy="368300"/>
          </a:xfrm>
          <a:prstGeom prst="rect">
            <a:avLst/>
          </a:prstGeom>
          <a:noFill/>
        </p:spPr>
        <p:txBody>
          <a:bodyPr wrap="none" rtlCol="0">
            <a:spAutoFit/>
          </a:bodyPr>
          <a:lstStyle/>
          <a:p>
            <a:pPr algn="ctr"/>
            <a:r>
              <a:rPr lang="zh-CN" altLang="en-US" b="1" dirty="0">
                <a:solidFill>
                  <a:srgbClr val="174994"/>
                </a:solidFill>
                <a:latin typeface="Times New Roman" panose="02020603050405020304" charset="0"/>
                <a:ea typeface="思源黑体" panose="020B0400000000000000" charset="-122"/>
              </a:rPr>
              <a:t>输入标题</a:t>
            </a:r>
          </a:p>
        </p:txBody>
      </p:sp>
      <p:sp>
        <p:nvSpPr>
          <p:cNvPr id="57" name="文本框 56"/>
          <p:cNvSpPr txBox="1"/>
          <p:nvPr/>
        </p:nvSpPr>
        <p:spPr>
          <a:xfrm>
            <a:off x="5356222" y="4751091"/>
            <a:ext cx="1383030" cy="1116965"/>
          </a:xfrm>
          <a:prstGeom prst="rect">
            <a:avLst/>
          </a:prstGeom>
          <a:noFill/>
        </p:spPr>
        <p:txBody>
          <a:bodyPr wrap="none" rtlCol="0">
            <a:spAutoFit/>
          </a:bodyPr>
          <a:lstStyle/>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endParaRPr lang="en-US" altLang="zh-CN" sz="1200" dirty="0">
              <a:latin typeface="Times New Roman" panose="02020603050405020304" charset="0"/>
              <a:ea typeface="思源黑体" panose="020B0400000000000000" charset="-122"/>
            </a:endParaRP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p:txBody>
      </p:sp>
      <p:sp>
        <p:nvSpPr>
          <p:cNvPr id="58" name="文本框 57"/>
          <p:cNvSpPr txBox="1"/>
          <p:nvPr/>
        </p:nvSpPr>
        <p:spPr>
          <a:xfrm>
            <a:off x="9023508" y="4381759"/>
            <a:ext cx="1099820" cy="368300"/>
          </a:xfrm>
          <a:prstGeom prst="rect">
            <a:avLst/>
          </a:prstGeom>
          <a:noFill/>
        </p:spPr>
        <p:txBody>
          <a:bodyPr wrap="none" rtlCol="0">
            <a:spAutoFit/>
          </a:bodyPr>
          <a:lstStyle/>
          <a:p>
            <a:pPr algn="ctr"/>
            <a:r>
              <a:rPr lang="zh-CN" altLang="en-US" b="1" dirty="0">
                <a:solidFill>
                  <a:srgbClr val="174994"/>
                </a:solidFill>
                <a:latin typeface="Times New Roman" panose="02020603050405020304" charset="0"/>
                <a:ea typeface="思源黑体" panose="020B0400000000000000" charset="-122"/>
              </a:rPr>
              <a:t>输入标题</a:t>
            </a:r>
          </a:p>
        </p:txBody>
      </p:sp>
      <p:sp>
        <p:nvSpPr>
          <p:cNvPr id="59" name="文本框 58"/>
          <p:cNvSpPr txBox="1"/>
          <p:nvPr/>
        </p:nvSpPr>
        <p:spPr>
          <a:xfrm>
            <a:off x="8756269" y="4751091"/>
            <a:ext cx="1383030" cy="1116965"/>
          </a:xfrm>
          <a:prstGeom prst="rect">
            <a:avLst/>
          </a:prstGeom>
          <a:noFill/>
        </p:spPr>
        <p:txBody>
          <a:bodyPr wrap="none" rtlCol="0">
            <a:spAutoFit/>
          </a:bodyPr>
          <a:lstStyle/>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endParaRPr lang="en-US" altLang="zh-CN" sz="1200" dirty="0">
              <a:latin typeface="Times New Roman" panose="02020603050405020304" charset="0"/>
              <a:ea typeface="思源黑体" panose="020B0400000000000000" charset="-122"/>
            </a:endParaRP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p:txBody>
      </p:sp>
      <p:sp>
        <p:nvSpPr>
          <p:cNvPr id="60" name="文本框 59"/>
          <p:cNvSpPr txBox="1"/>
          <p:nvPr/>
        </p:nvSpPr>
        <p:spPr>
          <a:xfrm>
            <a:off x="7307496" y="2536882"/>
            <a:ext cx="1099820" cy="368300"/>
          </a:xfrm>
          <a:prstGeom prst="rect">
            <a:avLst/>
          </a:prstGeom>
          <a:noFill/>
        </p:spPr>
        <p:txBody>
          <a:bodyPr wrap="none" rtlCol="0">
            <a:spAutoFit/>
          </a:bodyPr>
          <a:lstStyle/>
          <a:p>
            <a:pPr algn="ctr"/>
            <a:r>
              <a:rPr lang="zh-CN" altLang="en-US" b="1" dirty="0">
                <a:solidFill>
                  <a:srgbClr val="174994"/>
                </a:solidFill>
                <a:latin typeface="Times New Roman" panose="02020603050405020304" charset="0"/>
                <a:ea typeface="思源黑体" panose="020B0400000000000000" charset="-122"/>
              </a:rPr>
              <a:t>输入标题</a:t>
            </a:r>
          </a:p>
        </p:txBody>
      </p:sp>
      <p:sp>
        <p:nvSpPr>
          <p:cNvPr id="61" name="文本框 60"/>
          <p:cNvSpPr txBox="1"/>
          <p:nvPr/>
        </p:nvSpPr>
        <p:spPr>
          <a:xfrm>
            <a:off x="7040257" y="2931392"/>
            <a:ext cx="1383030" cy="1116965"/>
          </a:xfrm>
          <a:prstGeom prst="rect">
            <a:avLst/>
          </a:prstGeom>
          <a:noFill/>
        </p:spPr>
        <p:txBody>
          <a:bodyPr wrap="none" rtlCol="0">
            <a:spAutoFit/>
          </a:bodyPr>
          <a:lstStyle/>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endParaRPr lang="en-US" altLang="zh-CN" sz="1200" dirty="0">
              <a:latin typeface="Times New Roman" panose="02020603050405020304" charset="0"/>
              <a:ea typeface="思源黑体" panose="020B0400000000000000" charset="-122"/>
            </a:endParaRP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a:p>
            <a:pPr marL="285750" indent="-285750">
              <a:lnSpc>
                <a:spcPts val="2000"/>
              </a:lnSpc>
              <a:buFont typeface="Arial" panose="020B0604020202020204" pitchFamily="34" charset="0"/>
              <a:buChar char="•"/>
            </a:pPr>
            <a:r>
              <a:rPr lang="zh-CN" altLang="en-US" sz="1200" dirty="0">
                <a:latin typeface="Times New Roman" panose="02020603050405020304" charset="0"/>
                <a:ea typeface="思源黑体" panose="020B0400000000000000" charset="-122"/>
              </a:rPr>
              <a:t>点击输入文本</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54507" y="1470061"/>
            <a:ext cx="189865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5.2  </a:t>
            </a:r>
            <a:r>
              <a:rPr lang="zh-CN" altLang="en-US" sz="3600" b="1" dirty="0">
                <a:solidFill>
                  <a:srgbClr val="174994"/>
                </a:solidFill>
                <a:latin typeface="Times New Roman" panose="02020603050405020304" charset="0"/>
                <a:ea typeface="思源黑体" panose="020B0400000000000000" charset="-122"/>
              </a:rPr>
              <a:t>展望</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11</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10453068" y="-3205"/>
            <a:ext cx="1738932"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10874094"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37" name="图片 36"/>
          <p:cNvPicPr>
            <a:picLocks noChangeAspect="1"/>
          </p:cNvPicPr>
          <p:nvPr/>
        </p:nvPicPr>
        <p:blipFill>
          <a:blip r:embed="rId3">
            <a:extLst>
              <a:ext uri="{28A0092B-C50C-407E-A947-70E740481C1C}">
                <a14:useLocalDpi xmlns:a14="http://schemas.microsoft.com/office/drawing/2010/main" val="0"/>
              </a:ext>
            </a:extLst>
          </a:blip>
          <a:srcRect l="5902" t="911" r="28039"/>
          <a:stretch>
            <a:fillRect/>
          </a:stretch>
        </p:blipFill>
        <p:spPr>
          <a:xfrm>
            <a:off x="7373460" y="2116392"/>
            <a:ext cx="3500634" cy="3500634"/>
          </a:xfrm>
          <a:custGeom>
            <a:avLst/>
            <a:gdLst>
              <a:gd name="connsiteX0" fmla="*/ 1750317 w 3500634"/>
              <a:gd name="connsiteY0" fmla="*/ 0 h 3500634"/>
              <a:gd name="connsiteX1" fmla="*/ 3500634 w 3500634"/>
              <a:gd name="connsiteY1" fmla="*/ 1750317 h 3500634"/>
              <a:gd name="connsiteX2" fmla="*/ 1750317 w 3500634"/>
              <a:gd name="connsiteY2" fmla="*/ 3500634 h 3500634"/>
              <a:gd name="connsiteX3" fmla="*/ 0 w 3500634"/>
              <a:gd name="connsiteY3" fmla="*/ 1750317 h 3500634"/>
              <a:gd name="connsiteX4" fmla="*/ 1750317 w 3500634"/>
              <a:gd name="connsiteY4" fmla="*/ 0 h 3500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634" h="3500634">
                <a:moveTo>
                  <a:pt x="1750317" y="0"/>
                </a:moveTo>
                <a:cubicBezTo>
                  <a:pt x="2716990" y="0"/>
                  <a:pt x="3500634" y="783644"/>
                  <a:pt x="3500634" y="1750317"/>
                </a:cubicBezTo>
                <a:cubicBezTo>
                  <a:pt x="3500634" y="2716990"/>
                  <a:pt x="2716990" y="3500634"/>
                  <a:pt x="1750317" y="3500634"/>
                </a:cubicBezTo>
                <a:cubicBezTo>
                  <a:pt x="783644" y="3500634"/>
                  <a:pt x="0" y="2716990"/>
                  <a:pt x="0" y="1750317"/>
                </a:cubicBezTo>
                <a:cubicBezTo>
                  <a:pt x="0" y="783644"/>
                  <a:pt x="783644" y="0"/>
                  <a:pt x="1750317" y="0"/>
                </a:cubicBezTo>
                <a:close/>
              </a:path>
            </a:pathLst>
          </a:custGeom>
        </p:spPr>
      </p:pic>
      <p:grpSp>
        <p:nvGrpSpPr>
          <p:cNvPr id="12" name="组合 11"/>
          <p:cNvGrpSpPr/>
          <p:nvPr/>
        </p:nvGrpSpPr>
        <p:grpSpPr>
          <a:xfrm>
            <a:off x="1206911" y="2505670"/>
            <a:ext cx="4589594" cy="681355"/>
            <a:chOff x="1206911" y="2505670"/>
            <a:chExt cx="4589594" cy="681355"/>
          </a:xfrm>
        </p:grpSpPr>
        <p:sp>
          <p:nvSpPr>
            <p:cNvPr id="10" name="文本框 9"/>
            <p:cNvSpPr txBox="1"/>
            <p:nvPr/>
          </p:nvSpPr>
          <p:spPr>
            <a:xfrm>
              <a:off x="1650037" y="2505670"/>
              <a:ext cx="4146468" cy="681355"/>
            </a:xfrm>
            <a:prstGeom prst="rect">
              <a:avLst/>
            </a:prstGeom>
            <a:noFill/>
          </p:spPr>
          <p:txBody>
            <a:bodyPr wrap="square" rtlCol="0">
              <a:spAutoFit/>
            </a:bodyPr>
            <a:lstStyle/>
            <a:p>
              <a:pPr>
                <a:lnSpc>
                  <a:spcPts val="2300"/>
                </a:lnSpc>
              </a:pPr>
              <a:r>
                <a:rPr lang="zh-CN" altLang="en-US" dirty="0">
                  <a:latin typeface="Times New Roman" panose="02020603050405020304" charset="0"/>
                  <a:ea typeface="思源黑体" panose="020B0400000000000000" charset="-122"/>
                </a:rPr>
                <a:t>点击输入文本点击输入文本点击输入文本点击输入文本</a:t>
              </a:r>
            </a:p>
          </p:txBody>
        </p:sp>
        <p:sp>
          <p:nvSpPr>
            <p:cNvPr id="11" name="矩形 10"/>
            <p:cNvSpPr/>
            <p:nvPr/>
          </p:nvSpPr>
          <p:spPr>
            <a:xfrm>
              <a:off x="1206911" y="2646114"/>
              <a:ext cx="252295" cy="252295"/>
            </a:xfrm>
            <a:prstGeom prst="rect">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sp>
          <p:nvSpPr>
            <p:cNvPr id="43" name="矩形 42"/>
            <p:cNvSpPr/>
            <p:nvPr/>
          </p:nvSpPr>
          <p:spPr>
            <a:xfrm>
              <a:off x="1317906" y="2772261"/>
              <a:ext cx="252295" cy="252295"/>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grpSp>
      <p:grpSp>
        <p:nvGrpSpPr>
          <p:cNvPr id="45" name="组合 44"/>
          <p:cNvGrpSpPr/>
          <p:nvPr/>
        </p:nvGrpSpPr>
        <p:grpSpPr>
          <a:xfrm>
            <a:off x="1206911" y="3738183"/>
            <a:ext cx="4589594" cy="681355"/>
            <a:chOff x="1206911" y="2505670"/>
            <a:chExt cx="4589594" cy="681355"/>
          </a:xfrm>
        </p:grpSpPr>
        <p:sp>
          <p:nvSpPr>
            <p:cNvPr id="46" name="文本框 45"/>
            <p:cNvSpPr txBox="1"/>
            <p:nvPr/>
          </p:nvSpPr>
          <p:spPr>
            <a:xfrm>
              <a:off x="1650037" y="2505670"/>
              <a:ext cx="4146468" cy="681355"/>
            </a:xfrm>
            <a:prstGeom prst="rect">
              <a:avLst/>
            </a:prstGeom>
            <a:noFill/>
          </p:spPr>
          <p:txBody>
            <a:bodyPr wrap="square" rtlCol="0">
              <a:spAutoFit/>
            </a:bodyPr>
            <a:lstStyle/>
            <a:p>
              <a:pPr>
                <a:lnSpc>
                  <a:spcPts val="2300"/>
                </a:lnSpc>
              </a:pPr>
              <a:r>
                <a:rPr lang="zh-CN" altLang="en-US" dirty="0">
                  <a:latin typeface="Times New Roman" panose="02020603050405020304" charset="0"/>
                  <a:ea typeface="思源黑体" panose="020B0400000000000000" charset="-122"/>
                </a:rPr>
                <a:t>点击输入文本点击输入文本点击输入文本点击输入文本</a:t>
              </a:r>
            </a:p>
          </p:txBody>
        </p:sp>
        <p:sp>
          <p:nvSpPr>
            <p:cNvPr id="48" name="矩形 47"/>
            <p:cNvSpPr/>
            <p:nvPr/>
          </p:nvSpPr>
          <p:spPr>
            <a:xfrm>
              <a:off x="1206911" y="2646114"/>
              <a:ext cx="252295" cy="252295"/>
            </a:xfrm>
            <a:prstGeom prst="rect">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sp>
          <p:nvSpPr>
            <p:cNvPr id="49" name="矩形 48"/>
            <p:cNvSpPr/>
            <p:nvPr/>
          </p:nvSpPr>
          <p:spPr>
            <a:xfrm>
              <a:off x="1317906" y="2772261"/>
              <a:ext cx="252295" cy="252295"/>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grpSp>
      <p:grpSp>
        <p:nvGrpSpPr>
          <p:cNvPr id="50" name="组合 49"/>
          <p:cNvGrpSpPr/>
          <p:nvPr/>
        </p:nvGrpSpPr>
        <p:grpSpPr>
          <a:xfrm>
            <a:off x="1206911" y="4970695"/>
            <a:ext cx="4589594" cy="681355"/>
            <a:chOff x="1206911" y="2505670"/>
            <a:chExt cx="4589594" cy="681355"/>
          </a:xfrm>
        </p:grpSpPr>
        <p:sp>
          <p:nvSpPr>
            <p:cNvPr id="51" name="文本框 50"/>
            <p:cNvSpPr txBox="1"/>
            <p:nvPr/>
          </p:nvSpPr>
          <p:spPr>
            <a:xfrm>
              <a:off x="1650037" y="2505670"/>
              <a:ext cx="4146468" cy="681355"/>
            </a:xfrm>
            <a:prstGeom prst="rect">
              <a:avLst/>
            </a:prstGeom>
            <a:noFill/>
          </p:spPr>
          <p:txBody>
            <a:bodyPr wrap="square" rtlCol="0">
              <a:spAutoFit/>
            </a:bodyPr>
            <a:lstStyle/>
            <a:p>
              <a:pPr>
                <a:lnSpc>
                  <a:spcPts val="2300"/>
                </a:lnSpc>
              </a:pPr>
              <a:r>
                <a:rPr lang="zh-CN" altLang="en-US" dirty="0">
                  <a:latin typeface="Times New Roman" panose="02020603050405020304" charset="0"/>
                  <a:ea typeface="思源黑体" panose="020B0400000000000000" charset="-122"/>
                </a:rPr>
                <a:t>点击输入文本点击输入文本点击输入文本点击输入文本</a:t>
              </a:r>
            </a:p>
          </p:txBody>
        </p:sp>
        <p:sp>
          <p:nvSpPr>
            <p:cNvPr id="52" name="矩形 51"/>
            <p:cNvSpPr/>
            <p:nvPr/>
          </p:nvSpPr>
          <p:spPr>
            <a:xfrm>
              <a:off x="1206911" y="2646114"/>
              <a:ext cx="252295" cy="252295"/>
            </a:xfrm>
            <a:prstGeom prst="rect">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sp>
          <p:nvSpPr>
            <p:cNvPr id="53" name="矩形 52"/>
            <p:cNvSpPr/>
            <p:nvPr/>
          </p:nvSpPr>
          <p:spPr>
            <a:xfrm>
              <a:off x="1317906" y="2772261"/>
              <a:ext cx="252295" cy="252295"/>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254507" y="1470061"/>
            <a:ext cx="2814320" cy="645160"/>
          </a:xfrm>
          <a:prstGeom prst="rect">
            <a:avLst/>
          </a:prstGeom>
          <a:noFill/>
        </p:spPr>
        <p:txBody>
          <a:bodyPr wrap="none" rtlCol="0">
            <a:spAutoFit/>
          </a:bodyPr>
          <a:lstStyle/>
          <a:p>
            <a:r>
              <a:rPr lang="en-US" altLang="zh-CN" sz="3600" b="1" dirty="0">
                <a:solidFill>
                  <a:srgbClr val="174994"/>
                </a:solidFill>
                <a:latin typeface="Times New Roman" panose="02020603050405020304" charset="0"/>
                <a:ea typeface="思源黑体" panose="020B0400000000000000" charset="-122"/>
              </a:rPr>
              <a:t>5.3  </a:t>
            </a:r>
            <a:r>
              <a:rPr lang="zh-CN" altLang="en-US" sz="3600" b="1" dirty="0">
                <a:solidFill>
                  <a:srgbClr val="174994"/>
                </a:solidFill>
                <a:latin typeface="Times New Roman" panose="02020603050405020304" charset="0"/>
                <a:ea typeface="思源黑体" panose="020B0400000000000000" charset="-122"/>
              </a:rPr>
              <a:t>参考文献</a:t>
            </a:r>
          </a:p>
        </p:txBody>
      </p:sp>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12</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81" name="矩形 80"/>
          <p:cNvSpPr/>
          <p:nvPr/>
        </p:nvSpPr>
        <p:spPr>
          <a:xfrm>
            <a:off x="0" y="-1"/>
            <a:ext cx="12192000" cy="1203767"/>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矩形 81"/>
          <p:cNvSpPr/>
          <p:nvPr/>
        </p:nvSpPr>
        <p:spPr>
          <a:xfrm>
            <a:off x="10453068" y="-3205"/>
            <a:ext cx="1738932" cy="1203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文本框 82"/>
          <p:cNvSpPr txBox="1"/>
          <p:nvPr/>
        </p:nvSpPr>
        <p:spPr>
          <a:xfrm>
            <a:off x="914400" y="417216"/>
            <a:ext cx="2316627"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研究背景及意义</a:t>
            </a:r>
          </a:p>
        </p:txBody>
      </p:sp>
      <p:sp>
        <p:nvSpPr>
          <p:cNvPr id="84" name="文本框 83"/>
          <p:cNvSpPr txBox="1"/>
          <p:nvPr/>
        </p:nvSpPr>
        <p:spPr>
          <a:xfrm>
            <a:off x="2947873" y="417216"/>
            <a:ext cx="2954654"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研究现状及技术难点</a:t>
            </a:r>
          </a:p>
        </p:txBody>
      </p:sp>
      <p:sp>
        <p:nvSpPr>
          <p:cNvPr id="85" name="文本框 84"/>
          <p:cNvSpPr txBox="1"/>
          <p:nvPr/>
        </p:nvSpPr>
        <p:spPr>
          <a:xfrm>
            <a:off x="5619373" y="427155"/>
            <a:ext cx="2954655"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研究思路及研究方法</a:t>
            </a:r>
          </a:p>
        </p:txBody>
      </p:sp>
      <p:sp>
        <p:nvSpPr>
          <p:cNvPr id="86" name="文本框 85"/>
          <p:cNvSpPr txBox="1"/>
          <p:nvPr/>
        </p:nvSpPr>
        <p:spPr>
          <a:xfrm>
            <a:off x="8290874" y="417215"/>
            <a:ext cx="2316628" cy="368300"/>
          </a:xfrm>
          <a:prstGeom prst="rect">
            <a:avLst/>
          </a:prstGeom>
          <a:noFill/>
        </p:spPr>
        <p:txBody>
          <a:bodyPr wrap="square" rtlCol="0">
            <a:spAutoFit/>
          </a:bodyPr>
          <a:lstStyle/>
          <a:p>
            <a:pPr algn="ctr"/>
            <a:r>
              <a:rPr lang="zh-CN" altLang="en-US" b="1" dirty="0">
                <a:solidFill>
                  <a:schemeClr val="bg1"/>
                </a:solidFill>
                <a:latin typeface="Times New Roman" panose="02020603050405020304" charset="0"/>
                <a:ea typeface="思源黑体" panose="020B0400000000000000" charset="-122"/>
              </a:rPr>
              <a:t>结果分析与讨论</a:t>
            </a:r>
          </a:p>
        </p:txBody>
      </p:sp>
      <p:sp>
        <p:nvSpPr>
          <p:cNvPr id="87" name="文本框 86"/>
          <p:cNvSpPr txBox="1"/>
          <p:nvPr/>
        </p:nvSpPr>
        <p:spPr>
          <a:xfrm>
            <a:off x="10324348" y="427155"/>
            <a:ext cx="1763684" cy="368300"/>
          </a:xfrm>
          <a:prstGeom prst="rect">
            <a:avLst/>
          </a:prstGeom>
          <a:noFill/>
        </p:spPr>
        <p:txBody>
          <a:bodyPr wrap="square" rtlCol="0">
            <a:spAutoFit/>
          </a:bodyPr>
          <a:lstStyle/>
          <a:p>
            <a:pPr algn="ctr"/>
            <a:r>
              <a:rPr lang="zh-CN" altLang="en-US" b="1" dirty="0">
                <a:solidFill>
                  <a:srgbClr val="174994"/>
                </a:solidFill>
                <a:latin typeface="Times New Roman" panose="02020603050405020304" charset="0"/>
                <a:ea typeface="思源黑体" panose="020B0400000000000000" charset="-122"/>
              </a:rPr>
              <a:t>总结与展望</a:t>
            </a:r>
          </a:p>
        </p:txBody>
      </p:sp>
      <p:pic>
        <p:nvPicPr>
          <p:cNvPr id="88" name="图片 8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 y="168319"/>
            <a:ext cx="867126" cy="867126"/>
          </a:xfrm>
          <a:prstGeom prst="rect">
            <a:avLst/>
          </a:prstGeom>
        </p:spPr>
      </p:pic>
      <p:cxnSp>
        <p:nvCxnSpPr>
          <p:cNvPr id="89" name="直接连接符 88"/>
          <p:cNvCxnSpPr/>
          <p:nvPr/>
        </p:nvCxnSpPr>
        <p:spPr>
          <a:xfrm>
            <a:off x="3126855"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742171"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8392774"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10453068" y="311408"/>
            <a:ext cx="0" cy="5745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等腰三角形 92"/>
          <p:cNvSpPr/>
          <p:nvPr/>
        </p:nvSpPr>
        <p:spPr>
          <a:xfrm>
            <a:off x="10874094" y="986817"/>
            <a:ext cx="664192" cy="213744"/>
          </a:xfrm>
          <a:prstGeom prst="triangle">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圆角 1"/>
          <p:cNvSpPr/>
          <p:nvPr/>
        </p:nvSpPr>
        <p:spPr>
          <a:xfrm>
            <a:off x="983959" y="2276705"/>
            <a:ext cx="10277885" cy="4005697"/>
          </a:xfrm>
          <a:prstGeom prst="roundRect">
            <a:avLst>
              <a:gd name="adj" fmla="val 3474"/>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文本框 2"/>
          <p:cNvSpPr txBox="1"/>
          <p:nvPr/>
        </p:nvSpPr>
        <p:spPr>
          <a:xfrm>
            <a:off x="1365314" y="2589083"/>
            <a:ext cx="9515173" cy="3692525"/>
          </a:xfrm>
          <a:prstGeom prst="rect">
            <a:avLst/>
          </a:prstGeom>
          <a:noFill/>
        </p:spPr>
        <p:txBody>
          <a:bodyPr wrap="square" rtlCol="0">
            <a:spAutoFit/>
          </a:bodyPr>
          <a:lstStyle/>
          <a:p>
            <a:pPr marL="342900" indent="-342900">
              <a:buFont typeface="+mj-lt"/>
              <a:buAutoNum type="arabicPeriod"/>
            </a:pPr>
            <a:r>
              <a:rPr lang="en-US" altLang="zh-CN" dirty="0" err="1">
                <a:solidFill>
                  <a:schemeClr val="bg1"/>
                </a:solidFill>
                <a:latin typeface="Times New Roman" panose="02020603050405020304" charset="0"/>
                <a:ea typeface="思源黑体" panose="020B0400000000000000" charset="-122"/>
              </a:rPr>
              <a:t>XXXXXXXXXXXXXXXXXXX</a:t>
            </a:r>
            <a:r>
              <a:rPr lang="en-GB" altLang="zh-CN" dirty="0" err="1">
                <a:solidFill>
                  <a:schemeClr val="bg1"/>
                </a:solidFill>
                <a:latin typeface="Times New Roman" panose="02020603050405020304" charset="0"/>
                <a:ea typeface="思源黑体" panose="020B0400000000000000" charset="-122"/>
              </a:rPr>
              <a:t>XXXXXXXXXXXXXXXXXXXXXXXXXXXXXXXXXXXXXXXXXXX</a:t>
            </a:r>
            <a:endParaRPr lang="en-GB" altLang="zh-CN" dirty="0">
              <a:solidFill>
                <a:schemeClr val="bg1"/>
              </a:solidFill>
              <a:latin typeface="Times New Roman" panose="02020603050405020304" charset="0"/>
              <a:ea typeface="思源黑体" panose="020B0400000000000000" charset="-122"/>
            </a:endParaRPr>
          </a:p>
          <a:p>
            <a:pPr marL="342900" indent="-342900">
              <a:buFont typeface="+mj-lt"/>
              <a:buAutoNum type="arabicPeriod"/>
            </a:pPr>
            <a:r>
              <a:rPr lang="en-US" altLang="zh-CN" dirty="0" err="1">
                <a:solidFill>
                  <a:schemeClr val="bg1"/>
                </a:solidFill>
                <a:latin typeface="Times New Roman" panose="02020603050405020304" charset="0"/>
                <a:ea typeface="思源黑体" panose="020B0400000000000000" charset="-122"/>
              </a:rPr>
              <a:t>XXXXXXXXXXXXXXXXXXX</a:t>
            </a:r>
            <a:r>
              <a:rPr lang="en-GB" altLang="zh-CN" dirty="0" err="1">
                <a:solidFill>
                  <a:schemeClr val="bg1"/>
                </a:solidFill>
                <a:latin typeface="Times New Roman" panose="02020603050405020304" charset="0"/>
                <a:ea typeface="思源黑体" panose="020B0400000000000000" charset="-122"/>
              </a:rPr>
              <a:t>XXXXXXXXXXXXXXXXXXXXXXXXXXXXXXXXXXXXXXXXXXX</a:t>
            </a:r>
            <a:endParaRPr lang="zh-CN" altLang="en-US" dirty="0">
              <a:solidFill>
                <a:schemeClr val="bg1"/>
              </a:solidFill>
              <a:latin typeface="Times New Roman" panose="02020603050405020304" charset="0"/>
              <a:ea typeface="思源黑体" panose="020B0400000000000000" charset="-122"/>
            </a:endParaRPr>
          </a:p>
          <a:p>
            <a:pPr marL="342900" indent="-342900">
              <a:buFont typeface="+mj-lt"/>
              <a:buAutoNum type="arabicPeriod"/>
            </a:pPr>
            <a:r>
              <a:rPr lang="en-US" altLang="zh-CN" dirty="0" err="1">
                <a:solidFill>
                  <a:schemeClr val="bg1"/>
                </a:solidFill>
                <a:latin typeface="Times New Roman" panose="02020603050405020304" charset="0"/>
                <a:ea typeface="思源黑体" panose="020B0400000000000000" charset="-122"/>
              </a:rPr>
              <a:t>XXXXXXXXXXXXXXXXXXX</a:t>
            </a:r>
            <a:r>
              <a:rPr lang="en-GB" altLang="zh-CN" dirty="0" err="1">
                <a:solidFill>
                  <a:schemeClr val="bg1"/>
                </a:solidFill>
                <a:latin typeface="Times New Roman" panose="02020603050405020304" charset="0"/>
                <a:ea typeface="思源黑体" panose="020B0400000000000000" charset="-122"/>
              </a:rPr>
              <a:t>XXXXXXXXXXXXXXXXXXXXXXXXXXXXXXXXXXXXXXXXXXX</a:t>
            </a:r>
            <a:endParaRPr lang="zh-CN" altLang="en-US" dirty="0">
              <a:solidFill>
                <a:schemeClr val="bg1"/>
              </a:solidFill>
              <a:latin typeface="Times New Roman" panose="02020603050405020304" charset="0"/>
              <a:ea typeface="思源黑体" panose="020B0400000000000000" charset="-122"/>
            </a:endParaRPr>
          </a:p>
          <a:p>
            <a:pPr marL="342900" indent="-342900">
              <a:buFont typeface="+mj-lt"/>
              <a:buAutoNum type="arabicPeriod"/>
            </a:pPr>
            <a:r>
              <a:rPr lang="en-US" altLang="zh-CN" dirty="0" err="1">
                <a:solidFill>
                  <a:schemeClr val="bg1"/>
                </a:solidFill>
                <a:latin typeface="Times New Roman" panose="02020603050405020304" charset="0"/>
                <a:ea typeface="思源黑体" panose="020B0400000000000000" charset="-122"/>
              </a:rPr>
              <a:t>XXXXXXXXXXXXXXXXXXX</a:t>
            </a:r>
            <a:r>
              <a:rPr lang="en-GB" altLang="zh-CN" dirty="0" err="1">
                <a:solidFill>
                  <a:schemeClr val="bg1"/>
                </a:solidFill>
                <a:latin typeface="Times New Roman" panose="02020603050405020304" charset="0"/>
                <a:ea typeface="思源黑体" panose="020B0400000000000000" charset="-122"/>
              </a:rPr>
              <a:t>XXXXXXXXXXXXXXXXXXXXXXXXXXXXXXXXXXXXXXXXXXX</a:t>
            </a:r>
            <a:endParaRPr lang="zh-CN" altLang="en-US" dirty="0">
              <a:solidFill>
                <a:schemeClr val="bg1"/>
              </a:solidFill>
              <a:latin typeface="Times New Roman" panose="02020603050405020304" charset="0"/>
              <a:ea typeface="思源黑体" panose="020B0400000000000000" charset="-122"/>
            </a:endParaRPr>
          </a:p>
          <a:p>
            <a:pPr marL="342900" indent="-342900">
              <a:buFont typeface="+mj-lt"/>
              <a:buAutoNum type="arabicPeriod"/>
            </a:pPr>
            <a:r>
              <a:rPr lang="en-US" altLang="zh-CN" dirty="0" err="1">
                <a:solidFill>
                  <a:schemeClr val="bg1"/>
                </a:solidFill>
                <a:latin typeface="Times New Roman" panose="02020603050405020304" charset="0"/>
                <a:ea typeface="思源黑体" panose="020B0400000000000000" charset="-122"/>
              </a:rPr>
              <a:t>XXXXXXXXXXXXXXXXXXX</a:t>
            </a:r>
            <a:r>
              <a:rPr lang="en-GB" altLang="zh-CN" dirty="0" err="1">
                <a:solidFill>
                  <a:schemeClr val="bg1"/>
                </a:solidFill>
                <a:latin typeface="Times New Roman" panose="02020603050405020304" charset="0"/>
                <a:ea typeface="思源黑体" panose="020B0400000000000000" charset="-122"/>
              </a:rPr>
              <a:t>XXXXXXXXXXXXXXXXXXXXXXXXXXXXXXXXXXXXXXXXXXX</a:t>
            </a:r>
            <a:endParaRPr lang="zh-CN" altLang="en-US" dirty="0">
              <a:solidFill>
                <a:schemeClr val="bg1"/>
              </a:solidFill>
              <a:latin typeface="Times New Roman" panose="02020603050405020304" charset="0"/>
              <a:ea typeface="思源黑体" panose="020B0400000000000000" charset="-122"/>
            </a:endParaRPr>
          </a:p>
          <a:p>
            <a:pPr marL="342900" indent="-342900">
              <a:buFont typeface="+mj-lt"/>
              <a:buAutoNum type="arabicPeriod"/>
            </a:pPr>
            <a:r>
              <a:rPr lang="en-US" altLang="zh-CN" dirty="0" err="1">
                <a:solidFill>
                  <a:schemeClr val="bg1"/>
                </a:solidFill>
                <a:latin typeface="Times New Roman" panose="02020603050405020304" charset="0"/>
                <a:ea typeface="思源黑体" panose="020B0400000000000000" charset="-122"/>
              </a:rPr>
              <a:t>XXXXXXXXXXXXXXXXXXX</a:t>
            </a:r>
            <a:r>
              <a:rPr lang="en-GB" altLang="zh-CN" dirty="0" err="1">
                <a:solidFill>
                  <a:schemeClr val="bg1"/>
                </a:solidFill>
                <a:latin typeface="Times New Roman" panose="02020603050405020304" charset="0"/>
                <a:ea typeface="思源黑体" panose="020B0400000000000000" charset="-122"/>
              </a:rPr>
              <a:t>XXXXXXXXXXXXXXXXXXXXXXXXXXXXXXXXXXXXXXXXXXX</a:t>
            </a:r>
            <a:endParaRPr lang="zh-CN" altLang="en-US" dirty="0">
              <a:solidFill>
                <a:schemeClr val="bg1"/>
              </a:solidFill>
              <a:latin typeface="Times New Roman" panose="02020603050405020304" charset="0"/>
              <a:ea typeface="思源黑体" panose="020B0400000000000000" charset="-122"/>
            </a:endParaRPr>
          </a:p>
          <a:p>
            <a:pPr marL="342900" indent="-342900">
              <a:buFont typeface="+mj-lt"/>
              <a:buAutoNum type="arabicPeriod"/>
            </a:pPr>
            <a:endParaRPr lang="zh-CN" altLang="en-US" dirty="0">
              <a:solidFill>
                <a:schemeClr val="bg1"/>
              </a:solidFill>
              <a:latin typeface="Times New Roman" panose="02020603050405020304" charset="0"/>
              <a:ea typeface="思源黑体" panose="020B04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p:cNvSpPr/>
          <p:nvPr/>
        </p:nvSpPr>
        <p:spPr>
          <a:xfrm>
            <a:off x="11446759" y="6130925"/>
            <a:ext cx="508000" cy="508000"/>
          </a:xfrm>
          <a:prstGeom prst="rect">
            <a:avLst/>
          </a:prstGeom>
          <a:solidFill>
            <a:srgbClr val="174994"/>
          </a:solidFill>
          <a:ln>
            <a:solidFill>
              <a:srgbClr val="174994"/>
            </a:solidFill>
          </a:ln>
        </p:spPr>
        <p:txBody>
          <a:bodyPr anchor="ctr"/>
          <a:lstStyle/>
          <a:p>
            <a:pPr algn="ctr"/>
            <a:r>
              <a:rPr lang="en-US" altLang="zh-CN" b="1" dirty="0">
                <a:solidFill>
                  <a:schemeClr val="lt1"/>
                </a:solidFill>
                <a:latin typeface="微软雅黑" panose="020B0503020204020204" pitchFamily="34" charset="-122"/>
                <a:ea typeface="微软雅黑" panose="020B0503020204020204" pitchFamily="34" charset="-122"/>
              </a:rPr>
              <a:t>13</a:t>
            </a:r>
            <a:endParaRPr lang="zh-CN" b="1" dirty="0">
              <a:solidFill>
                <a:schemeClr val="lt1"/>
              </a:solidFill>
              <a:latin typeface="微软雅黑" panose="020B0503020204020204" pitchFamily="34" charset="-122"/>
              <a:ea typeface="微软雅黑" panose="020B0503020204020204" pitchFamily="34" charset="-122"/>
            </a:endParaRPr>
          </a:p>
        </p:txBody>
      </p:sp>
      <p:sp>
        <p:nvSpPr>
          <p:cNvPr id="2" name="矩形: 圆角 1"/>
          <p:cNvSpPr/>
          <p:nvPr/>
        </p:nvSpPr>
        <p:spPr>
          <a:xfrm>
            <a:off x="0" y="1704998"/>
            <a:ext cx="12191999" cy="3448004"/>
          </a:xfrm>
          <a:prstGeom prst="roundRect">
            <a:avLst>
              <a:gd name="adj" fmla="val 0"/>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5" name="文本框 34"/>
          <p:cNvSpPr txBox="1"/>
          <p:nvPr/>
        </p:nvSpPr>
        <p:spPr>
          <a:xfrm>
            <a:off x="1516156" y="2742269"/>
            <a:ext cx="2165350" cy="829945"/>
          </a:xfrm>
          <a:prstGeom prst="rect">
            <a:avLst/>
          </a:prstGeom>
          <a:noFill/>
        </p:spPr>
        <p:txBody>
          <a:bodyPr wrap="none" rtlCol="0">
            <a:spAutoFit/>
          </a:bodyPr>
          <a:lstStyle/>
          <a:p>
            <a:r>
              <a:rPr lang="zh-CN" altLang="en-US" sz="4800" b="1" spc="3000" dirty="0">
                <a:solidFill>
                  <a:schemeClr val="bg1"/>
                </a:solidFill>
                <a:latin typeface="Times New Roman" panose="02020603050405020304" charset="0"/>
                <a:ea typeface="思源黑体" panose="020B0400000000000000" charset="-122"/>
              </a:rPr>
              <a:t>致谢</a:t>
            </a:r>
          </a:p>
        </p:txBody>
      </p:sp>
      <p:sp>
        <p:nvSpPr>
          <p:cNvPr id="4" name="文本框 3"/>
          <p:cNvSpPr txBox="1"/>
          <p:nvPr/>
        </p:nvSpPr>
        <p:spPr>
          <a:xfrm>
            <a:off x="1536034" y="3573627"/>
            <a:ext cx="1723381" cy="368300"/>
          </a:xfrm>
          <a:prstGeom prst="rect">
            <a:avLst/>
          </a:prstGeom>
          <a:noFill/>
        </p:spPr>
        <p:txBody>
          <a:bodyPr wrap="square" rtlCol="0">
            <a:spAutoFit/>
          </a:bodyPr>
          <a:lstStyle/>
          <a:p>
            <a:pPr algn="ctr"/>
            <a:r>
              <a:rPr lang="en-US" altLang="zh-CN" dirty="0">
                <a:solidFill>
                  <a:schemeClr val="bg1"/>
                </a:solidFill>
                <a:latin typeface="Times New Roman" panose="02020603050405020304" charset="0"/>
                <a:ea typeface="思源黑体" panose="020B0400000000000000" charset="-122"/>
              </a:rPr>
              <a:t>Thank You</a:t>
            </a:r>
          </a:p>
        </p:txBody>
      </p:sp>
      <p:cxnSp>
        <p:nvCxnSpPr>
          <p:cNvPr id="6" name="直接连接符 5"/>
          <p:cNvCxnSpPr/>
          <p:nvPr/>
        </p:nvCxnSpPr>
        <p:spPr>
          <a:xfrm>
            <a:off x="4169129" y="2163854"/>
            <a:ext cx="0" cy="258417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857261" y="2368549"/>
            <a:ext cx="6331222" cy="2168525"/>
          </a:xfrm>
          <a:prstGeom prst="rect">
            <a:avLst/>
          </a:prstGeom>
          <a:noFill/>
        </p:spPr>
        <p:txBody>
          <a:bodyPr wrap="square" rtlCol="0">
            <a:spAutoFit/>
          </a:bodyPr>
          <a:lstStyle/>
          <a:p>
            <a:pPr>
              <a:lnSpc>
                <a:spcPct val="150000"/>
              </a:lnSpc>
            </a:pPr>
            <a:r>
              <a:rPr lang="zh-CN" altLang="en-US" dirty="0">
                <a:solidFill>
                  <a:schemeClr val="bg1"/>
                </a:solidFill>
                <a:latin typeface="Times New Roman" panose="02020603050405020304" charset="0"/>
                <a:ea typeface="思源黑体" panose="020B0400000000000000" charset="-122"/>
              </a:rPr>
              <a:t>请在此处输入文字请在此处输入文字请在此处输入文字请在此处输入文字请在此处输入文字请在此处输入文字请在此处输入文字请在此处输入文字请在此处输入文字请在此处输入文字请在此处输入文字请在此处输入文字请在此处输入文字请在此处输入文字请在此处输入文字</a:t>
            </a:r>
          </a:p>
        </p:txBody>
      </p:sp>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6999" y="188082"/>
            <a:ext cx="2554357" cy="53899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477617" y="1438103"/>
            <a:ext cx="9710531" cy="4396166"/>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 name="文本框 3"/>
          <p:cNvSpPr txBox="1"/>
          <p:nvPr/>
        </p:nvSpPr>
        <p:spPr>
          <a:xfrm>
            <a:off x="3423844" y="3286495"/>
            <a:ext cx="5676900" cy="645160"/>
          </a:xfrm>
          <a:prstGeom prst="rect">
            <a:avLst/>
          </a:prstGeom>
          <a:noFill/>
        </p:spPr>
        <p:txBody>
          <a:bodyPr wrap="none" rtlCol="0">
            <a:spAutoFit/>
          </a:bodyPr>
          <a:lstStyle/>
          <a:p>
            <a:r>
              <a:rPr lang="zh-CN" altLang="en-US" sz="3600" b="1">
                <a:solidFill>
                  <a:schemeClr val="bg1"/>
                </a:solidFill>
                <a:latin typeface="Times New Roman" panose="02020603050405020304" charset="0"/>
                <a:ea typeface="思源黑体" panose="020B0400000000000000" charset="-122"/>
              </a:rPr>
              <a:t>敬请</a:t>
            </a:r>
            <a:r>
              <a:rPr lang="zh-CN" altLang="en-US" sz="3600" b="1" dirty="0">
                <a:solidFill>
                  <a:schemeClr val="bg1"/>
                </a:solidFill>
                <a:latin typeface="Times New Roman" panose="02020603050405020304" charset="0"/>
                <a:ea typeface="思源黑体" panose="020B0400000000000000" charset="-122"/>
              </a:rPr>
              <a:t>各位老师同学批评指正</a:t>
            </a:r>
          </a:p>
        </p:txBody>
      </p:sp>
      <p:sp>
        <p:nvSpPr>
          <p:cNvPr id="6" name="文本框 5"/>
          <p:cNvSpPr txBox="1"/>
          <p:nvPr/>
        </p:nvSpPr>
        <p:spPr>
          <a:xfrm>
            <a:off x="3423843" y="2340358"/>
            <a:ext cx="5600885" cy="768350"/>
          </a:xfrm>
          <a:prstGeom prst="rect">
            <a:avLst/>
          </a:prstGeom>
          <a:noFill/>
        </p:spPr>
        <p:txBody>
          <a:bodyPr wrap="square" rtlCol="0">
            <a:spAutoFit/>
          </a:bodyPr>
          <a:lstStyle/>
          <a:p>
            <a:pPr algn="ctr"/>
            <a:r>
              <a:rPr lang="zh-CN" altLang="en-US" sz="4400" b="1" dirty="0">
                <a:solidFill>
                  <a:schemeClr val="bg1"/>
                </a:solidFill>
                <a:latin typeface="Times New Roman" panose="02020603050405020304" charset="0"/>
                <a:ea typeface="思源黑体" panose="020B0400000000000000" charset="-122"/>
              </a:rPr>
              <a:t>汇报结束     感谢观看</a:t>
            </a:r>
          </a:p>
        </p:txBody>
      </p:sp>
      <p:cxnSp>
        <p:nvCxnSpPr>
          <p:cNvPr id="9" name="直接连接符 8"/>
          <p:cNvCxnSpPr/>
          <p:nvPr/>
        </p:nvCxnSpPr>
        <p:spPr>
          <a:xfrm>
            <a:off x="-248478" y="4643854"/>
            <a:ext cx="1299044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918251" y="5050565"/>
            <a:ext cx="1824355" cy="368300"/>
          </a:xfrm>
          <a:prstGeom prst="rect">
            <a:avLst/>
          </a:prstGeom>
          <a:noFill/>
        </p:spPr>
        <p:txBody>
          <a:bodyPr wrap="none" rtlCol="0">
            <a:spAutoFit/>
          </a:bodyPr>
          <a:lstStyle/>
          <a:p>
            <a:r>
              <a:rPr lang="zh-CN" altLang="en-US" b="1" dirty="0">
                <a:solidFill>
                  <a:schemeClr val="bg1"/>
                </a:solidFill>
                <a:latin typeface="Times New Roman" panose="02020603050405020304" charset="0"/>
                <a:ea typeface="思源黑体" panose="020B0400000000000000" charset="-122"/>
              </a:rPr>
              <a:t>指导教师：</a:t>
            </a:r>
            <a:r>
              <a:rPr lang="en-US" altLang="zh-CN" b="1" dirty="0">
                <a:solidFill>
                  <a:schemeClr val="bg1"/>
                </a:solidFill>
                <a:latin typeface="Times New Roman" panose="02020603050405020304" charset="0"/>
                <a:ea typeface="思源黑体" panose="020B0400000000000000" charset="-122"/>
              </a:rPr>
              <a:t>XXX</a:t>
            </a:r>
            <a:endParaRPr lang="zh-CN" altLang="en-US" b="1" dirty="0">
              <a:solidFill>
                <a:schemeClr val="bg1"/>
              </a:solidFill>
              <a:latin typeface="Times New Roman" panose="02020603050405020304" charset="0"/>
              <a:ea typeface="思源黑体" panose="020B0400000000000000" charset="-122"/>
            </a:endParaRPr>
          </a:p>
        </p:txBody>
      </p:sp>
      <p:sp>
        <p:nvSpPr>
          <p:cNvPr id="11" name="文本框 10"/>
          <p:cNvSpPr txBox="1"/>
          <p:nvPr/>
        </p:nvSpPr>
        <p:spPr>
          <a:xfrm>
            <a:off x="5347457" y="5050565"/>
            <a:ext cx="1845377" cy="369332"/>
          </a:xfrm>
          <a:prstGeom prst="rect">
            <a:avLst/>
          </a:prstGeom>
          <a:noFill/>
        </p:spPr>
        <p:txBody>
          <a:bodyPr wrap="none" rtlCol="0">
            <a:spAutoFit/>
          </a:bodyPr>
          <a:lstStyle/>
          <a:p>
            <a:r>
              <a:rPr lang="zh-CN" altLang="en-US" b="1" dirty="0">
                <a:solidFill>
                  <a:schemeClr val="bg1"/>
                </a:solidFill>
                <a:latin typeface="Times New Roman" panose="02020603050405020304" charset="0"/>
                <a:ea typeface="思源黑体" panose="020B0400000000000000" charset="-122"/>
              </a:rPr>
              <a:t>汇报人：国晓薇</a:t>
            </a:r>
          </a:p>
        </p:txBody>
      </p:sp>
      <p:sp>
        <p:nvSpPr>
          <p:cNvPr id="12" name="文本框 11"/>
          <p:cNvSpPr txBox="1"/>
          <p:nvPr/>
        </p:nvSpPr>
        <p:spPr>
          <a:xfrm>
            <a:off x="8545831" y="5050565"/>
            <a:ext cx="2089785" cy="368300"/>
          </a:xfrm>
          <a:prstGeom prst="rect">
            <a:avLst/>
          </a:prstGeom>
          <a:noFill/>
        </p:spPr>
        <p:txBody>
          <a:bodyPr wrap="none" rtlCol="0">
            <a:spAutoFit/>
          </a:bodyPr>
          <a:lstStyle/>
          <a:p>
            <a:r>
              <a:rPr lang="en-US" altLang="zh-CN" b="1" dirty="0" err="1">
                <a:solidFill>
                  <a:schemeClr val="bg1"/>
                </a:solidFill>
                <a:latin typeface="Times New Roman" panose="02020603050405020304" charset="0"/>
                <a:ea typeface="思源黑体" panose="020B0400000000000000" charset="-122"/>
              </a:rPr>
              <a:t>20XX</a:t>
            </a:r>
            <a:r>
              <a:rPr lang="zh-CN" altLang="en-US" b="1" dirty="0">
                <a:solidFill>
                  <a:schemeClr val="bg1"/>
                </a:solidFill>
                <a:latin typeface="Times New Roman" panose="02020603050405020304" charset="0"/>
                <a:ea typeface="思源黑体" panose="020B0400000000000000" charset="-122"/>
              </a:rPr>
              <a:t>年</a:t>
            </a:r>
            <a:r>
              <a:rPr lang="en-US" altLang="zh-CN" b="1" dirty="0">
                <a:solidFill>
                  <a:schemeClr val="bg1"/>
                </a:solidFill>
                <a:latin typeface="Times New Roman" panose="02020603050405020304" charset="0"/>
                <a:ea typeface="思源黑体" panose="020B0400000000000000" charset="-122"/>
              </a:rPr>
              <a:t>XX</a:t>
            </a:r>
            <a:r>
              <a:rPr lang="zh-CN" altLang="en-US" b="1" dirty="0">
                <a:solidFill>
                  <a:schemeClr val="bg1"/>
                </a:solidFill>
                <a:latin typeface="Times New Roman" panose="02020603050405020304" charset="0"/>
                <a:ea typeface="思源黑体" panose="020B0400000000000000" charset="-122"/>
              </a:rPr>
              <a:t>月</a:t>
            </a:r>
            <a:r>
              <a:rPr lang="en-US" altLang="zh-CN" b="1" dirty="0">
                <a:solidFill>
                  <a:schemeClr val="bg1"/>
                </a:solidFill>
                <a:latin typeface="Times New Roman" panose="02020603050405020304" charset="0"/>
                <a:ea typeface="思源黑体" panose="020B0400000000000000" charset="-122"/>
              </a:rPr>
              <a:t>XX</a:t>
            </a:r>
            <a:r>
              <a:rPr lang="zh-CN" altLang="en-US" b="1" dirty="0">
                <a:solidFill>
                  <a:schemeClr val="bg1"/>
                </a:solidFill>
                <a:latin typeface="Times New Roman" panose="02020603050405020304" charset="0"/>
                <a:ea typeface="思源黑体" panose="020B0400000000000000" charset="-122"/>
              </a:rPr>
              <a:t>日</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6999" y="188082"/>
            <a:ext cx="2554357" cy="538993"/>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NmMTdiZjYwYTE0N2JiZTY2ZmQwZjRkNjc0ZWQ1ZjMifQ=="/>
</p:tagLst>
</file>

<file path=ppt/theme/theme1.xml><?xml version="1.0" encoding="utf-8"?>
<a:theme xmlns:a="http://schemas.openxmlformats.org/drawingml/2006/main" name="2023国科大融媒体编辑部出品">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83C25"/>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1198</Words>
  <Application>Microsoft Office PowerPoint</Application>
  <PresentationFormat>宽屏</PresentationFormat>
  <Paragraphs>224</Paragraphs>
  <Slides>21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Times New Roman</vt:lpstr>
      <vt:lpstr>Wingdings</vt:lpstr>
      <vt:lpstr>等线 Light</vt:lpstr>
      <vt:lpstr>等线</vt:lpstr>
      <vt:lpstr>微软雅黑</vt:lpstr>
      <vt:lpstr>Arial</vt:lpstr>
      <vt:lpstr>2023国科大融媒体编辑部出品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terms:created xsi:type="dcterms:W3CDTF">2023-11-01T11:45:10Z</dcterms:created>
  <dcterms:modified xsi:type="dcterms:W3CDTF">2023-11-01T12:25:38Z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EDE6118D48D44CE9A3860662E9472E6E_12</vt:lpwstr>
  </property>
  <property fmtid="{D5CDD505-2E9C-101B-9397-08002B2CF9AE}" pid="3" name="KSOProductBuildVer">
    <vt:lpwstr>2052-5.5.0.7954</vt:lpwstr>
  </property>
</Properties>
</file>